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Lst>
  <p:notesMasterIdLst>
    <p:notesMasterId r:id="rId15"/>
  </p:notesMasterIdLst>
  <p:sldIdLst>
    <p:sldId id="261" r:id="rId3"/>
    <p:sldId id="1648" r:id="rId4"/>
    <p:sldId id="1662" r:id="rId5"/>
    <p:sldId id="1660" r:id="rId6"/>
    <p:sldId id="1620" r:id="rId7"/>
    <p:sldId id="1628" r:id="rId8"/>
    <p:sldId id="1623" r:id="rId9"/>
    <p:sldId id="1624" r:id="rId10"/>
    <p:sldId id="1644" r:id="rId11"/>
    <p:sldId id="1417" r:id="rId12"/>
    <p:sldId id="1634" r:id="rId13"/>
    <p:sldId id="1626" r:id="rId14"/>
  </p:sldIdLst>
  <p:sldSz cx="12192000" cy="6858000"/>
  <p:notesSz cx="6858000" cy="9144000"/>
  <p:defaultTextStyle>
    <a:defPPr>
      <a:defRPr lang="ja-JP"/>
    </a:defPPr>
    <a:lvl1pPr algn="l" defTabSz="1043305" rtl="0" eaLnBrk="0" fontAlgn="base" hangingPunct="0">
      <a:spcBef>
        <a:spcPct val="0"/>
      </a:spcBef>
      <a:spcAft>
        <a:spcPct val="0"/>
      </a:spcAft>
      <a:defRPr kumimoji="1" sz="2000" kern="1200">
        <a:solidFill>
          <a:schemeClr val="tx1"/>
        </a:solidFill>
        <a:latin typeface="Calibri" panose="020F0502020204030204" pitchFamily="34" charset="0"/>
        <a:ea typeface="ＭＳ Ｐゴシック" panose="020B0600070205080204" pitchFamily="50" charset="-128"/>
        <a:cs typeface="+mn-cs"/>
      </a:defRPr>
    </a:lvl1pPr>
    <a:lvl2pPr marL="520700" indent="-63500" algn="l" defTabSz="1043305" rtl="0" eaLnBrk="0" fontAlgn="base" hangingPunct="0">
      <a:spcBef>
        <a:spcPct val="0"/>
      </a:spcBef>
      <a:spcAft>
        <a:spcPct val="0"/>
      </a:spcAft>
      <a:defRPr kumimoji="1" sz="2000" kern="1200">
        <a:solidFill>
          <a:schemeClr val="tx1"/>
        </a:solidFill>
        <a:latin typeface="Calibri" panose="020F0502020204030204" pitchFamily="34" charset="0"/>
        <a:ea typeface="ＭＳ Ｐゴシック" panose="020B0600070205080204" pitchFamily="50" charset="-128"/>
        <a:cs typeface="+mn-cs"/>
      </a:defRPr>
    </a:lvl2pPr>
    <a:lvl3pPr marL="1043305" indent="-128905" algn="l" defTabSz="1043305" rtl="0" eaLnBrk="0" fontAlgn="base" hangingPunct="0">
      <a:spcBef>
        <a:spcPct val="0"/>
      </a:spcBef>
      <a:spcAft>
        <a:spcPct val="0"/>
      </a:spcAft>
      <a:defRPr kumimoji="1" sz="2000" kern="1200">
        <a:solidFill>
          <a:schemeClr val="tx1"/>
        </a:solidFill>
        <a:latin typeface="Calibri" panose="020F0502020204030204" pitchFamily="34" charset="0"/>
        <a:ea typeface="ＭＳ Ｐゴシック" panose="020B0600070205080204" pitchFamily="50" charset="-128"/>
        <a:cs typeface="+mn-cs"/>
      </a:defRPr>
    </a:lvl3pPr>
    <a:lvl4pPr marL="1564005" indent="-192405" algn="l" defTabSz="1043305" rtl="0" eaLnBrk="0" fontAlgn="base" hangingPunct="0">
      <a:spcBef>
        <a:spcPct val="0"/>
      </a:spcBef>
      <a:spcAft>
        <a:spcPct val="0"/>
      </a:spcAft>
      <a:defRPr kumimoji="1" sz="2000" kern="1200">
        <a:solidFill>
          <a:schemeClr val="tx1"/>
        </a:solidFill>
        <a:latin typeface="Calibri" panose="020F0502020204030204" pitchFamily="34" charset="0"/>
        <a:ea typeface="ＭＳ Ｐゴシック" panose="020B0600070205080204" pitchFamily="50" charset="-128"/>
        <a:cs typeface="+mn-cs"/>
      </a:defRPr>
    </a:lvl4pPr>
    <a:lvl5pPr marL="2085975" indent="-257175" algn="l" defTabSz="1043305" rtl="0" eaLnBrk="0" fontAlgn="base" hangingPunct="0">
      <a:spcBef>
        <a:spcPct val="0"/>
      </a:spcBef>
      <a:spcAft>
        <a:spcPct val="0"/>
      </a:spcAft>
      <a:defRPr kumimoji="1" sz="2000"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sz="2000"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sz="2000"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sz="2000"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sz="2000" kern="1200">
        <a:solidFill>
          <a:schemeClr val="tx1"/>
        </a:solidFill>
        <a:latin typeface="Calibri" panose="020F050202020403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81703" initials="8"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558ED5"/>
    <a:srgbClr val="F0D3D3"/>
    <a:srgbClr val="D8EDF3"/>
    <a:srgbClr val="E2EBCE"/>
    <a:srgbClr val="DEE4EF"/>
    <a:srgbClr val="FFFFC8"/>
    <a:srgbClr val="FFFFC7"/>
    <a:srgbClr val="FAF800"/>
    <a:srgbClr val="E9ED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3" autoAdjust="0"/>
    <p:restoredTop sz="94660"/>
  </p:normalViewPr>
  <p:slideViewPr>
    <p:cSldViewPr snapToGrid="0">
      <p:cViewPr varScale="1">
        <p:scale>
          <a:sx n="110" d="100"/>
          <a:sy n="110" d="100"/>
        </p:scale>
        <p:origin x="402" y="114"/>
      </p:cViewPr>
      <p:guideLst/>
    </p:cSldViewPr>
  </p:slideViewPr>
  <p:notesTextViewPr>
    <p:cViewPr>
      <p:scale>
        <a:sx n="1" d="1"/>
        <a:sy n="1" d="1"/>
      </p:scale>
      <p:origin x="0" y="0"/>
    </p:cViewPr>
  </p:notesTextViewPr>
  <p:notesViewPr>
    <p:cSldViewPr snapToGrid="0">
      <p:cViewPr varScale="1">
        <p:scale>
          <a:sx n="85" d="100"/>
          <a:sy n="85" d="100"/>
        </p:scale>
        <p:origin x="3888" y="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notesMaster" Target="notesMasters/notesMaster1.xml"/><Relationship Id="rId16" Type="http://schemas.openxmlformats.org/officeDocument/2006/relationships/commentAuthors" Target="commentAuthor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5790645879733"/>
          <c:y val="3.8327526132404199E-2"/>
          <c:w val="0.72605790645879698"/>
          <c:h val="0.89024390243902396"/>
        </c:manualLayout>
      </c:layout>
      <c:barChart>
        <c:barDir val="col"/>
        <c:grouping val="clustered"/>
        <c:varyColors val="0"/>
        <c:ser>
          <c:idx val="0"/>
          <c:order val="0"/>
          <c:tx>
            <c:strRef>
              <c:f>Sheet1!$B$1</c:f>
              <c:strCache>
                <c:ptCount val="1"/>
                <c:pt idx="0">
                  <c:v>本物件</c:v>
                </c:pt>
              </c:strCache>
            </c:strRef>
          </c:tx>
          <c:spPr>
            <a:solidFill>
              <a:schemeClr val="accent1"/>
            </a:solidFill>
            <a:ln>
              <a:noFill/>
            </a:ln>
            <a:effectLst/>
          </c:spPr>
          <c:invertIfNegative val="0"/>
          <c:cat>
            <c:strRef>
              <c:f>Sheet1!$A$2:$A$4</c:f>
              <c:strCache>
                <c:ptCount val="3"/>
                <c:pt idx="0">
                  <c:v>1km</c:v>
                </c:pt>
                <c:pt idx="1">
                  <c:v>3km</c:v>
                </c:pt>
                <c:pt idx="2">
                  <c:v>5km</c:v>
                </c:pt>
              </c:strCache>
            </c:strRef>
          </c:cat>
          <c:val>
            <c:numRef>
              <c:f>Sheet1!$B$2:$B$4</c:f>
              <c:numCache>
                <c:formatCode>#,##0</c:formatCode>
                <c:ptCount val="3"/>
                <c:pt idx="0">
                  <c:v>0</c:v>
                </c:pt>
                <c:pt idx="1">
                  <c:v>0</c:v>
                </c:pt>
                <c:pt idx="2">
                  <c:v>0</c:v>
                </c:pt>
              </c:numCache>
            </c:numRef>
          </c:val>
          <c:extLst>
            <c:ext xmlns:c16="http://schemas.microsoft.com/office/drawing/2014/chart" uri="{C3380CC4-5D6E-409C-BE32-E72D297353CC}">
              <c16:uniqueId val="{00000000-378B-48FD-B915-92F5A3556215}"/>
            </c:ext>
          </c:extLst>
        </c:ser>
        <c:dLbls>
          <c:showLegendKey val="0"/>
          <c:showVal val="0"/>
          <c:showCatName val="0"/>
          <c:showSerName val="0"/>
          <c:showPercent val="0"/>
          <c:showBubbleSize val="0"/>
        </c:dLbls>
        <c:gapWidth val="269"/>
        <c:axId val="1720223135"/>
        <c:axId val="1"/>
      </c:barChart>
      <c:catAx>
        <c:axId val="1720223135"/>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lang="ja-JP" sz="1195" b="0" i="0" u="none" strike="noStrike" kern="1200" cap="none" spc="0" normalizeH="0" baseline="0">
                <a:solidFill>
                  <a:schemeClr val="tx1">
                    <a:lumMod val="65000"/>
                    <a:lumOff val="35000"/>
                  </a:schemeClr>
                </a:solidFill>
                <a:latin typeface="+mn-lt"/>
                <a:ea typeface="+mn-ea"/>
                <a:cs typeface="+mn-cs"/>
              </a:defRPr>
            </a:pPr>
            <a:endParaRPr lang="ja-JP"/>
          </a:p>
        </c:txPr>
        <c:crossAx val="1"/>
        <c:crosses val="autoZero"/>
        <c:auto val="0"/>
        <c:lblAlgn val="ctr"/>
        <c:lblOffset val="100"/>
        <c:tickLblSkip val="1"/>
        <c:noMultiLvlLbl val="0"/>
      </c:catAx>
      <c:valAx>
        <c:axId val="1"/>
        <c:scaling>
          <c:orientation val="minMax"/>
          <c:max val="550000"/>
          <c:min val="0"/>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 sourceLinked="1"/>
        <c:majorTickMark val="none"/>
        <c:minorTickMark val="none"/>
        <c:tickLblPos val="nextTo"/>
        <c:spPr>
          <a:noFill/>
          <a:ln>
            <a:noFill/>
          </a:ln>
          <a:effectLst/>
        </c:spPr>
        <c:txPr>
          <a:bodyPr rot="0" spcFirstLastPara="1" vertOverflow="ellipsis" wrap="square" anchor="ctr" anchorCtr="1"/>
          <a:lstStyle/>
          <a:p>
            <a:pPr>
              <a:defRPr lang="ja-JP" sz="1195" b="0" i="0" u="none" strike="noStrike" kern="1200" baseline="0">
                <a:solidFill>
                  <a:schemeClr val="tx1">
                    <a:lumMod val="65000"/>
                    <a:lumOff val="35000"/>
                  </a:schemeClr>
                </a:solidFill>
                <a:latin typeface="+mn-lt"/>
                <a:ea typeface="+mn-ea"/>
                <a:cs typeface="+mn-cs"/>
              </a:defRPr>
            </a:pPr>
            <a:endParaRPr lang="ja-JP"/>
          </a:p>
        </c:txPr>
        <c:crossAx val="1720223135"/>
        <c:crosses val="autoZero"/>
        <c:crossBetween val="between"/>
        <c:majorUnit val="50000"/>
      </c:valAx>
      <c:spPr>
        <a:noFill/>
        <a:ln>
          <a:noFill/>
        </a:ln>
        <a:effectLst/>
      </c:spPr>
    </c:plotArea>
    <c:legend>
      <c:legendPos val="t"/>
      <c:layout>
        <c:manualLayout>
          <c:xMode val="edge"/>
          <c:yMode val="edge"/>
          <c:x val="0.33319025380922801"/>
          <c:y val="2.1334126139169799E-2"/>
        </c:manualLayout>
      </c:layout>
      <c:overlay val="0"/>
      <c:spPr>
        <a:noFill/>
        <a:ln>
          <a:noFill/>
        </a:ln>
        <a:effectLst/>
      </c:spPr>
      <c:txPr>
        <a:bodyPr rot="0" spcFirstLastPara="0" vertOverflow="ellipsis" vert="horz" wrap="square" anchor="ctr" anchorCtr="1"/>
        <a:lstStyle/>
        <a:p>
          <a:pPr>
            <a:defRPr lang="ja-JP" sz="1195"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chart>
  <c:spPr>
    <a:noFill/>
    <a:ln>
      <a:noFill/>
    </a:ln>
    <a:effectLst/>
  </c:spPr>
  <c:txPr>
    <a:bodyPr/>
    <a:lstStyle/>
    <a:p>
      <a:pPr>
        <a:defRPr lang="ja-JP"/>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ja-JP" sz="1400" b="1" i="0" u="none" strike="noStrike" kern="1200" spc="0" baseline="0">
                <a:solidFill>
                  <a:schemeClr val="tx1">
                    <a:lumMod val="65000"/>
                    <a:lumOff val="35000"/>
                  </a:schemeClr>
                </a:solidFill>
                <a:latin typeface="+mn-lt"/>
                <a:ea typeface="+mn-ea"/>
                <a:cs typeface="+mn-cs"/>
              </a:defRPr>
            </a:pPr>
            <a:r>
              <a:rPr lang="en-US" altLang="zh-TW" b="1"/>
              <a:t>1km</a:t>
            </a:r>
            <a:r>
              <a:rPr lang="zh-TW" altLang="en-US" b="1"/>
              <a:t>圏内　男女、年齢別人口構成比</a:t>
            </a:r>
          </a:p>
        </c:rich>
      </c:tx>
      <c:overlay val="0"/>
      <c:spPr>
        <a:noFill/>
        <a:ln>
          <a:noFill/>
        </a:ln>
        <a:effectLst/>
      </c:spPr>
      <c:txPr>
        <a:bodyPr rot="0" spcFirstLastPara="0" vertOverflow="ellipsis" vert="horz" wrap="square" anchor="ctr" anchorCtr="1"/>
        <a:lstStyle/>
        <a:p>
          <a:pPr defTabSz="914400">
            <a:defRPr lang="ja-JP" sz="1400" b="1" i="0" u="none" strike="noStrike" kern="1200" spc="0" baseline="0">
              <a:solidFill>
                <a:schemeClr val="tx1">
                  <a:lumMod val="65000"/>
                  <a:lumOff val="35000"/>
                </a:schemeClr>
              </a:solidFill>
              <a:latin typeface="+mn-lt"/>
              <a:ea typeface="+mn-ea"/>
              <a:cs typeface="+mn-cs"/>
            </a:defRPr>
          </a:pPr>
          <a:endParaRPr lang="ja-JP" altLang="en-US"/>
        </a:p>
      </c:txPr>
    </c:title>
    <c:autoTitleDeleted val="0"/>
    <c:plotArea>
      <c:layout/>
      <c:barChart>
        <c:barDir val="bar"/>
        <c:grouping val="clustered"/>
        <c:varyColors val="0"/>
        <c:ser>
          <c:idx val="1"/>
          <c:order val="1"/>
          <c:tx>
            <c:strRef>
              <c:f>Sheet1!$B$1</c:f>
              <c:strCache>
                <c:ptCount val="1"/>
                <c:pt idx="0">
                  <c:v>1km圏人口</c:v>
                </c:pt>
              </c:strCache>
            </c:strRef>
          </c:tx>
          <c:spPr>
            <a:solidFill>
              <a:schemeClr val="accent2"/>
            </a:solidFill>
            <a:ln>
              <a:noFill/>
            </a:ln>
            <a:effectLst/>
          </c:spPr>
          <c:invertIfNegative val="0"/>
          <c:cat>
            <c:strRef>
              <c:f>Sheet1!$A$2:$A$9</c:f>
              <c:strCache>
                <c:ptCount val="8"/>
                <c:pt idx="0">
                  <c:v>２０～２４歳</c:v>
                </c:pt>
                <c:pt idx="1">
                  <c:v>２５～２９歳</c:v>
                </c:pt>
                <c:pt idx="2">
                  <c:v>３０～３４歳</c:v>
                </c:pt>
                <c:pt idx="3">
                  <c:v>３５～３９歳</c:v>
                </c:pt>
                <c:pt idx="4">
                  <c:v>４０～４４歳</c:v>
                </c:pt>
                <c:pt idx="5">
                  <c:v>４５～４９歳</c:v>
                </c:pt>
                <c:pt idx="6">
                  <c:v>５０～５４歳</c:v>
                </c:pt>
                <c:pt idx="7">
                  <c:v>５５～５９歳</c:v>
                </c:pt>
              </c:strCache>
            </c:strRef>
          </c:cat>
          <c:val>
            <c:numRef>
              <c:f>Sheet1!$B$2:$B$9</c:f>
              <c:numCache>
                <c:formatCode>#,##0</c:formatCode>
                <c:ptCount val="8"/>
                <c:pt idx="0">
                  <c:v>0</c:v>
                </c:pt>
                <c:pt idx="1">
                  <c:v>0</c:v>
                </c:pt>
                <c:pt idx="2">
                  <c:v>0</c:v>
                </c:pt>
                <c:pt idx="3">
                  <c:v>0</c:v>
                </c:pt>
                <c:pt idx="4">
                  <c:v>0</c:v>
                </c:pt>
                <c:pt idx="5">
                  <c:v>0</c:v>
                </c:pt>
                <c:pt idx="6">
                  <c:v>0</c:v>
                </c:pt>
                <c:pt idx="7">
                  <c:v>0</c:v>
                </c:pt>
              </c:numCache>
            </c:numRef>
          </c:val>
          <c:extLst>
            <c:ext xmlns:c16="http://schemas.microsoft.com/office/drawing/2014/chart" uri="{C3380CC4-5D6E-409C-BE32-E72D297353CC}">
              <c16:uniqueId val="{00000000-D61C-4322-AAB2-399E389B02E6}"/>
            </c:ext>
          </c:extLst>
        </c:ser>
        <c:dLbls>
          <c:showLegendKey val="0"/>
          <c:showVal val="0"/>
          <c:showCatName val="0"/>
          <c:showSerName val="0"/>
          <c:showPercent val="0"/>
          <c:showBubbleSize val="0"/>
        </c:dLbls>
        <c:gapWidth val="219"/>
        <c:axId val="722388988"/>
        <c:axId val="893429149"/>
      </c:barChart>
      <c:catAx>
        <c:axId val="722388988"/>
        <c:scaling>
          <c:orientation val="minMax"/>
        </c:scaling>
        <c:delete val="0"/>
        <c:axPos val="r"/>
        <c:numFmt formatCode="General" sourceLinked="0"/>
        <c:majorTickMark val="none"/>
        <c:minorTickMark val="none"/>
        <c:tickLblPos val="high"/>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ja-JP" sz="900" b="1" i="0" u="none" strike="noStrike" kern="1200" baseline="0">
                <a:solidFill>
                  <a:schemeClr val="tx1">
                    <a:lumMod val="65000"/>
                    <a:lumOff val="35000"/>
                  </a:schemeClr>
                </a:solidFill>
                <a:latin typeface="+mn-lt"/>
                <a:ea typeface="+mn-ea"/>
                <a:cs typeface="+mn-cs"/>
              </a:defRPr>
            </a:pPr>
            <a:endParaRPr lang="ja-JP"/>
          </a:p>
        </c:txPr>
        <c:crossAx val="893429149"/>
        <c:crosses val="autoZero"/>
        <c:auto val="1"/>
        <c:lblAlgn val="ctr"/>
        <c:lblOffset val="100"/>
        <c:noMultiLvlLbl val="0"/>
      </c:catAx>
      <c:valAx>
        <c:axId val="893429149"/>
        <c:scaling>
          <c:orientation val="maxMin"/>
          <c:max val="1500"/>
          <c:min val="-1500"/>
        </c:scaling>
        <c:delete val="0"/>
        <c:axPos val="b"/>
        <c:majorGridlines>
          <c:spPr>
            <a:ln w="9525" cap="flat" cmpd="sng" algn="ctr">
              <a:solidFill>
                <a:schemeClr val="tx1">
                  <a:lumMod val="15000"/>
                  <a:lumOff val="85000"/>
                </a:schemeClr>
              </a:solidFill>
              <a:round/>
            </a:ln>
            <a:effectLst/>
          </c:spPr>
        </c:majorGridlines>
        <c:numFmt formatCode="#,##0_ " sourceLinked="1"/>
        <c:majorTickMark val="none"/>
        <c:minorTickMark val="none"/>
        <c:tickLblPos val="nextTo"/>
        <c:spPr>
          <a:noFill/>
          <a:ln>
            <a:noFill/>
          </a:ln>
          <a:effectLst/>
        </c:spPr>
        <c:txPr>
          <a:bodyPr rot="-60000000" spcFirstLastPara="0" vertOverflow="ellipsis" vert="horz" wrap="square" anchor="ctr" anchorCtr="1"/>
          <a:lstStyle/>
          <a:p>
            <a:pPr>
              <a:defRPr lang="ja-JP" sz="900" b="1" i="0" u="none" strike="noStrike" kern="1200" baseline="0">
                <a:solidFill>
                  <a:schemeClr val="tx1">
                    <a:lumMod val="65000"/>
                    <a:lumOff val="35000"/>
                  </a:schemeClr>
                </a:solidFill>
                <a:latin typeface="+mn-lt"/>
                <a:ea typeface="+mn-ea"/>
                <a:cs typeface="+mn-cs"/>
              </a:defRPr>
            </a:pPr>
            <a:endParaRPr lang="ja-JP"/>
          </a:p>
        </c:txPr>
        <c:crossAx val="722388988"/>
        <c:crosses val="autoZero"/>
        <c:crossBetween val="between"/>
      </c:valAx>
      <c:valAx>
        <c:axId val="806142848"/>
        <c:scaling>
          <c:orientation val="minMax"/>
          <c:max val="1500"/>
          <c:min val="-1500"/>
        </c:scaling>
        <c:delete val="0"/>
        <c:axPos val="t"/>
        <c:numFmt formatCode="#,##0_ " sourceLinked="1"/>
        <c:majorTickMark val="none"/>
        <c:minorTickMark val="none"/>
        <c:tickLblPos val="nextTo"/>
        <c:spPr>
          <a:noFill/>
          <a:ln>
            <a:noFill/>
          </a:ln>
          <a:effectLst/>
        </c:spPr>
        <c:txPr>
          <a:bodyPr rot="-60000000" spcFirstLastPara="0" vertOverflow="ellipsis" vert="horz" wrap="square" anchor="ctr" anchorCtr="1"/>
          <a:lstStyle/>
          <a:p>
            <a:pPr>
              <a:defRPr lang="ja-JP" sz="900" b="1" i="0" u="none" strike="noStrike" kern="1200" baseline="0">
                <a:solidFill>
                  <a:schemeClr val="tx1">
                    <a:lumMod val="65000"/>
                    <a:lumOff val="35000"/>
                  </a:schemeClr>
                </a:solidFill>
                <a:latin typeface="+mn-lt"/>
                <a:ea typeface="+mn-ea"/>
                <a:cs typeface="+mn-cs"/>
              </a:defRPr>
            </a:pPr>
            <a:endParaRPr lang="ja-JP"/>
          </a:p>
        </c:txPr>
        <c:crossAx val="507082113"/>
        <c:crosses val="max"/>
        <c:crossBetween val="between"/>
      </c:valAx>
      <c:catAx>
        <c:axId val="507082113"/>
        <c:scaling>
          <c:orientation val="minMax"/>
        </c:scaling>
        <c:delete val="1"/>
        <c:axPos val="l"/>
        <c:numFmt formatCode="General" sourceLinked="1"/>
        <c:majorTickMark val="none"/>
        <c:minorTickMark val="none"/>
        <c:tickLblPos val="nextTo"/>
        <c:crossAx val="806142848"/>
        <c:crossesAt val="0"/>
        <c:auto val="1"/>
        <c:lblAlgn val="ctr"/>
        <c:lblOffset val="100"/>
        <c:noMultiLvlLbl val="0"/>
      </c:catAx>
      <c:spPr>
        <a:noFill/>
        <a:ln>
          <a:noFill/>
        </a:ln>
        <a:effectLst/>
      </c:spPr>
    </c:plotArea>
    <c:legend>
      <c:legendPos val="b"/>
      <c:layout>
        <c:manualLayout>
          <c:xMode val="edge"/>
          <c:yMode val="edge"/>
          <c:x val="0.46451681340829498"/>
          <c:y val="0.92105263157894701"/>
        </c:manualLayout>
      </c:layout>
      <c:overlay val="0"/>
      <c:spPr>
        <a:noFill/>
        <a:ln>
          <a:noFill/>
        </a:ln>
        <a:effectLst/>
      </c:spPr>
      <c:txPr>
        <a:bodyPr rot="0" spcFirstLastPara="0"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chart>
  <c:spPr>
    <a:noFill/>
    <a:ln>
      <a:noFill/>
    </a:ln>
    <a:effectLst/>
  </c:spPr>
  <c:txPr>
    <a:bodyPr/>
    <a:lstStyle/>
    <a:p>
      <a:pPr>
        <a:defRPr lang="ja-JP"/>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5790645879733"/>
          <c:y val="3.8327526132404199E-2"/>
          <c:w val="0.72605790645879698"/>
          <c:h val="0.89024390243902396"/>
        </c:manualLayout>
      </c:layout>
      <c:barChart>
        <c:barDir val="col"/>
        <c:grouping val="clustered"/>
        <c:varyColors val="0"/>
        <c:ser>
          <c:idx val="1"/>
          <c:order val="0"/>
          <c:tx>
            <c:strRef>
              <c:f>Sheet1!$A$2</c:f>
              <c:strCache>
                <c:ptCount val="1"/>
                <c:pt idx="0">
                  <c:v>売上</c:v>
                </c:pt>
              </c:strCache>
            </c:strRef>
          </c:tx>
          <c:spPr>
            <a:solidFill>
              <a:schemeClr val="accent2"/>
            </a:solidFill>
            <a:ln>
              <a:noFill/>
            </a:ln>
            <a:effectLst/>
          </c:spPr>
          <c:invertIfNegative val="0"/>
          <c:cat>
            <c:strRef>
              <c:f>Sheet1!$B$1:$K$1</c:f>
              <c:strCache>
                <c:ptCount val="10"/>
                <c:pt idx="0">
                  <c:v>1期</c:v>
                </c:pt>
                <c:pt idx="1">
                  <c:v>2期</c:v>
                </c:pt>
                <c:pt idx="2">
                  <c:v>3期</c:v>
                </c:pt>
                <c:pt idx="3">
                  <c:v>4期</c:v>
                </c:pt>
                <c:pt idx="4">
                  <c:v>5期</c:v>
                </c:pt>
                <c:pt idx="5">
                  <c:v>6期</c:v>
                </c:pt>
                <c:pt idx="6">
                  <c:v>7期</c:v>
                </c:pt>
                <c:pt idx="7">
                  <c:v>8期</c:v>
                </c:pt>
                <c:pt idx="8">
                  <c:v>9期</c:v>
                </c:pt>
                <c:pt idx="9">
                  <c:v>10期</c:v>
                </c:pt>
              </c:strCache>
            </c:strRef>
          </c:cat>
          <c:val>
            <c:numRef>
              <c:f>Sheet1!$B$2:$K$2</c:f>
              <c:numCache>
                <c:formatCode>0_ </c:formatCode>
                <c:ptCount val="10"/>
                <c:pt idx="0">
                  <c:v>19127044.5</c:v>
                </c:pt>
                <c:pt idx="1">
                  <c:v>34835833.5</c:v>
                </c:pt>
                <c:pt idx="2">
                  <c:v>40046340</c:v>
                </c:pt>
                <c:pt idx="3">
                  <c:v>41379322.5</c:v>
                </c:pt>
                <c:pt idx="4">
                  <c:v>41690407.5</c:v>
                </c:pt>
                <c:pt idx="5">
                  <c:v>41760652.5</c:v>
                </c:pt>
                <c:pt idx="6">
                  <c:v>41776374</c:v>
                </c:pt>
                <c:pt idx="7">
                  <c:v>41781057</c:v>
                </c:pt>
                <c:pt idx="8">
                  <c:v>41781726</c:v>
                </c:pt>
                <c:pt idx="9">
                  <c:v>41781726</c:v>
                </c:pt>
              </c:numCache>
            </c:numRef>
          </c:val>
          <c:extLst>
            <c:ext xmlns:c16="http://schemas.microsoft.com/office/drawing/2014/chart" uri="{C3380CC4-5D6E-409C-BE32-E72D297353CC}">
              <c16:uniqueId val="{00000000-B256-45DF-884F-1DEBAA22953D}"/>
            </c:ext>
          </c:extLst>
        </c:ser>
        <c:ser>
          <c:idx val="3"/>
          <c:order val="1"/>
          <c:tx>
            <c:strRef>
              <c:f>Sheet1!$A$3</c:f>
              <c:strCache>
                <c:ptCount val="1"/>
                <c:pt idx="0">
                  <c:v>利益</c:v>
                </c:pt>
              </c:strCache>
            </c:strRef>
          </c:tx>
          <c:spPr>
            <a:solidFill>
              <a:schemeClr val="accent4"/>
            </a:solidFill>
            <a:ln>
              <a:noFill/>
            </a:ln>
            <a:effectLst/>
          </c:spPr>
          <c:invertIfNegative val="0"/>
          <c:cat>
            <c:strRef>
              <c:f>Sheet1!$B$1:$K$1</c:f>
              <c:strCache>
                <c:ptCount val="10"/>
                <c:pt idx="0">
                  <c:v>1期</c:v>
                </c:pt>
                <c:pt idx="1">
                  <c:v>2期</c:v>
                </c:pt>
                <c:pt idx="2">
                  <c:v>3期</c:v>
                </c:pt>
                <c:pt idx="3">
                  <c:v>4期</c:v>
                </c:pt>
                <c:pt idx="4">
                  <c:v>5期</c:v>
                </c:pt>
                <c:pt idx="5">
                  <c:v>6期</c:v>
                </c:pt>
                <c:pt idx="6">
                  <c:v>7期</c:v>
                </c:pt>
                <c:pt idx="7">
                  <c:v>8期</c:v>
                </c:pt>
                <c:pt idx="8">
                  <c:v>9期</c:v>
                </c:pt>
                <c:pt idx="9">
                  <c:v>10期</c:v>
                </c:pt>
              </c:strCache>
            </c:strRef>
          </c:cat>
          <c:val>
            <c:numRef>
              <c:f>Sheet1!$B$3:$K$3</c:f>
              <c:numCache>
                <c:formatCode>0_ </c:formatCode>
                <c:ptCount val="10"/>
                <c:pt idx="0">
                  <c:v>-787562.85750000202</c:v>
                </c:pt>
                <c:pt idx="1">
                  <c:v>12152367.6775</c:v>
                </c:pt>
                <c:pt idx="2">
                  <c:v>17649910.100000001</c:v>
                </c:pt>
                <c:pt idx="3">
                  <c:v>18916313.212499999</c:v>
                </c:pt>
                <c:pt idx="4">
                  <c:v>19211860.237500001</c:v>
                </c:pt>
                <c:pt idx="5">
                  <c:v>19278596.662500001</c:v>
                </c:pt>
                <c:pt idx="6">
                  <c:v>19293532.91</c:v>
                </c:pt>
                <c:pt idx="7">
                  <c:v>19297982.004999999</c:v>
                </c:pt>
                <c:pt idx="8">
                  <c:v>19298617.59</c:v>
                </c:pt>
                <c:pt idx="9">
                  <c:v>19298617.59</c:v>
                </c:pt>
              </c:numCache>
            </c:numRef>
          </c:val>
          <c:extLst>
            <c:ext xmlns:c16="http://schemas.microsoft.com/office/drawing/2014/chart" uri="{C3380CC4-5D6E-409C-BE32-E72D297353CC}">
              <c16:uniqueId val="{00000001-B256-45DF-884F-1DEBAA22953D}"/>
            </c:ext>
          </c:extLst>
        </c:ser>
        <c:dLbls>
          <c:showLegendKey val="0"/>
          <c:showVal val="0"/>
          <c:showCatName val="0"/>
          <c:showSerName val="0"/>
          <c:showPercent val="0"/>
          <c:showBubbleSize val="0"/>
        </c:dLbls>
        <c:gapWidth val="269"/>
        <c:axId val="1720223135"/>
        <c:axId val="1"/>
      </c:barChart>
      <c:lineChart>
        <c:grouping val="standard"/>
        <c:varyColors val="0"/>
        <c:ser>
          <c:idx val="4"/>
          <c:order val="2"/>
          <c:tx>
            <c:strRef>
              <c:f>Sheet1!$A$4</c:f>
              <c:strCache>
                <c:ptCount val="1"/>
                <c:pt idx="0">
                  <c:v>会員数</c:v>
                </c:pt>
              </c:strCache>
            </c:strRef>
          </c:tx>
          <c:spPr>
            <a:ln w="38100" cap="rnd">
              <a:solidFill>
                <a:schemeClr val="accent5"/>
              </a:solidFill>
              <a:round/>
            </a:ln>
            <a:effectLst/>
          </c:spPr>
          <c:marker>
            <c:symbol val="circle"/>
            <c:size val="8"/>
            <c:spPr>
              <a:solidFill>
                <a:schemeClr val="accent5"/>
              </a:solidFill>
              <a:ln>
                <a:noFill/>
              </a:ln>
              <a:effectLst/>
            </c:spPr>
          </c:marker>
          <c:cat>
            <c:strRef>
              <c:f>Sheet1!$B$1:$K$1</c:f>
              <c:strCache>
                <c:ptCount val="10"/>
                <c:pt idx="0">
                  <c:v>1期</c:v>
                </c:pt>
                <c:pt idx="1">
                  <c:v>2期</c:v>
                </c:pt>
                <c:pt idx="2">
                  <c:v>3期</c:v>
                </c:pt>
                <c:pt idx="3">
                  <c:v>4期</c:v>
                </c:pt>
                <c:pt idx="4">
                  <c:v>5期</c:v>
                </c:pt>
                <c:pt idx="5">
                  <c:v>6期</c:v>
                </c:pt>
                <c:pt idx="6">
                  <c:v>7期</c:v>
                </c:pt>
                <c:pt idx="7">
                  <c:v>8期</c:v>
                </c:pt>
                <c:pt idx="8">
                  <c:v>9期</c:v>
                </c:pt>
                <c:pt idx="9">
                  <c:v>10期</c:v>
                </c:pt>
              </c:strCache>
            </c:strRef>
          </c:cat>
          <c:val>
            <c:numRef>
              <c:f>Sheet1!$B$4:$K$4</c:f>
              <c:numCache>
                <c:formatCode>0_ </c:formatCode>
                <c:ptCount val="10"/>
                <c:pt idx="0">
                  <c:v>717.2</c:v>
                </c:pt>
                <c:pt idx="1">
                  <c:v>954.5</c:v>
                </c:pt>
                <c:pt idx="2">
                  <c:v>1020.5</c:v>
                </c:pt>
                <c:pt idx="3">
                  <c:v>1036.2</c:v>
                </c:pt>
                <c:pt idx="4">
                  <c:v>1039.8</c:v>
                </c:pt>
                <c:pt idx="5">
                  <c:v>1040.7</c:v>
                </c:pt>
                <c:pt idx="6">
                  <c:v>1040.8</c:v>
                </c:pt>
                <c:pt idx="7">
                  <c:v>1040.9000000000001</c:v>
                </c:pt>
                <c:pt idx="8">
                  <c:v>1040.9000000000001</c:v>
                </c:pt>
                <c:pt idx="9">
                  <c:v>1040.9000000000001</c:v>
                </c:pt>
              </c:numCache>
            </c:numRef>
          </c:val>
          <c:smooth val="0"/>
          <c:extLst>
            <c:ext xmlns:c16="http://schemas.microsoft.com/office/drawing/2014/chart" uri="{C3380CC4-5D6E-409C-BE32-E72D297353CC}">
              <c16:uniqueId val="{00000002-B256-45DF-884F-1DEBAA22953D}"/>
            </c:ext>
          </c:extLst>
        </c:ser>
        <c:dLbls>
          <c:showLegendKey val="0"/>
          <c:showVal val="0"/>
          <c:showCatName val="0"/>
          <c:showSerName val="0"/>
          <c:showPercent val="0"/>
          <c:showBubbleSize val="0"/>
        </c:dLbls>
        <c:marker val="1"/>
        <c:smooth val="0"/>
        <c:axId val="3"/>
        <c:axId val="4"/>
      </c:lineChart>
      <c:catAx>
        <c:axId val="1720223135"/>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lang="ja-JP" sz="1195" b="0" i="0" u="none" strike="noStrike" kern="1200" cap="none" spc="0" normalizeH="0" baseline="0">
                <a:solidFill>
                  <a:schemeClr val="tx1">
                    <a:lumMod val="65000"/>
                    <a:lumOff val="35000"/>
                  </a:schemeClr>
                </a:solidFill>
                <a:latin typeface="+mn-lt"/>
                <a:ea typeface="+mn-ea"/>
                <a:cs typeface="+mn-cs"/>
              </a:defRPr>
            </a:pPr>
            <a:endParaRPr lang="ja-JP"/>
          </a:p>
        </c:txPr>
        <c:crossAx val="1"/>
        <c:crosses val="autoZero"/>
        <c:auto val="0"/>
        <c:lblAlgn val="ctr"/>
        <c:lblOffset val="100"/>
        <c:tickLblSkip val="1"/>
        <c:noMultiLvlLbl val="0"/>
      </c:catAx>
      <c:valAx>
        <c:axId val="1"/>
        <c:scaling>
          <c:orientation val="minMax"/>
          <c:max val="45000000"/>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quot;￥&quot;#,##0_);[Red]\(&quot;￥&quot;#,##0\)" sourceLinked="0"/>
        <c:majorTickMark val="none"/>
        <c:minorTickMark val="none"/>
        <c:tickLblPos val="nextTo"/>
        <c:spPr>
          <a:noFill/>
          <a:ln>
            <a:noFill/>
          </a:ln>
          <a:effectLst/>
        </c:spPr>
        <c:txPr>
          <a:bodyPr rot="0" spcFirstLastPara="1" vertOverflow="ellipsis" wrap="square" anchor="ctr" anchorCtr="1"/>
          <a:lstStyle/>
          <a:p>
            <a:pPr>
              <a:defRPr lang="ja-JP" sz="1195" b="0" i="0" u="none" strike="noStrike" kern="1200" baseline="0">
                <a:solidFill>
                  <a:schemeClr val="tx1">
                    <a:lumMod val="65000"/>
                    <a:lumOff val="35000"/>
                  </a:schemeClr>
                </a:solidFill>
                <a:latin typeface="+mn-lt"/>
                <a:ea typeface="+mn-ea"/>
                <a:cs typeface="+mn-cs"/>
              </a:defRPr>
            </a:pPr>
            <a:endParaRPr lang="ja-JP"/>
          </a:p>
        </c:txPr>
        <c:crossAx val="1720223135"/>
        <c:crosses val="autoZero"/>
        <c:crossBetween val="between"/>
      </c:valAx>
      <c:catAx>
        <c:axId val="3"/>
        <c:scaling>
          <c:orientation val="minMax"/>
        </c:scaling>
        <c:delete val="1"/>
        <c:axPos val="b"/>
        <c:numFmt formatCode="General" sourceLinked="1"/>
        <c:majorTickMark val="out"/>
        <c:minorTickMark val="none"/>
        <c:tickLblPos val="nextTo"/>
        <c:crossAx val="4"/>
        <c:crosses val="autoZero"/>
        <c:auto val="0"/>
        <c:lblAlgn val="ctr"/>
        <c:lblOffset val="100"/>
        <c:noMultiLvlLbl val="0"/>
      </c:catAx>
      <c:valAx>
        <c:axId val="4"/>
        <c:scaling>
          <c:orientation val="minMax"/>
          <c:max val="1500"/>
          <c:min val="0"/>
        </c:scaling>
        <c:delete val="0"/>
        <c:axPos val="r"/>
        <c:numFmt formatCode="0_ " sourceLinked="1"/>
        <c:majorTickMark val="none"/>
        <c:minorTickMark val="none"/>
        <c:tickLblPos val="nextTo"/>
        <c:spPr>
          <a:noFill/>
          <a:ln>
            <a:noFill/>
          </a:ln>
          <a:effectLst/>
        </c:spPr>
        <c:txPr>
          <a:bodyPr rot="0" spcFirstLastPara="1" vertOverflow="ellipsis" wrap="square" anchor="ctr" anchorCtr="1"/>
          <a:lstStyle/>
          <a:p>
            <a:pPr>
              <a:defRPr lang="ja-JP" sz="1195" b="0" i="0" u="none" strike="noStrike" kern="1200" baseline="0">
                <a:solidFill>
                  <a:schemeClr val="tx1">
                    <a:lumMod val="65000"/>
                    <a:lumOff val="35000"/>
                  </a:schemeClr>
                </a:solidFill>
                <a:latin typeface="+mn-lt"/>
                <a:ea typeface="+mn-ea"/>
                <a:cs typeface="+mn-cs"/>
              </a:defRPr>
            </a:pPr>
            <a:endParaRPr lang="ja-JP"/>
          </a:p>
        </c:txPr>
        <c:crossAx val="3"/>
        <c:crosses val="max"/>
        <c:crossBetween val="between"/>
      </c:valAx>
      <c:spPr>
        <a:noFill/>
        <a:ln>
          <a:noFill/>
        </a:ln>
        <a:effectLst/>
      </c:spPr>
    </c:plotArea>
    <c:legend>
      <c:legendPos val="t"/>
      <c:layout>
        <c:manualLayout>
          <c:xMode val="edge"/>
          <c:yMode val="edge"/>
          <c:x val="0.316278604976516"/>
          <c:y val="2.2753128555176302E-2"/>
          <c:w val="0.34236034775656998"/>
          <c:h val="9.96854109319701E-2"/>
        </c:manualLayout>
      </c:layout>
      <c:overlay val="0"/>
      <c:spPr>
        <a:noFill/>
        <a:ln>
          <a:noFill/>
        </a:ln>
        <a:effectLst/>
      </c:spPr>
      <c:txPr>
        <a:bodyPr rot="0" spcFirstLastPara="1" vertOverflow="ellipsis" vert="horz" wrap="square" anchor="ctr" anchorCtr="1"/>
        <a:lstStyle/>
        <a:p>
          <a:pPr>
            <a:defRPr lang="ja-JP" sz="1195"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chart>
  <c:spPr>
    <a:noFill/>
    <a:ln>
      <a:noFill/>
    </a:ln>
    <a:effectLst/>
  </c:spPr>
  <c:txPr>
    <a:bodyPr rot="0" vert="horz" anchor="b" anchorCtr="0"/>
    <a:lstStyle/>
    <a:p>
      <a:pPr>
        <a:defRPr lang="ja-JP"/>
      </a:pPr>
      <a:endParaRPr lang="ja-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5790645879733"/>
          <c:y val="3.8327526132404199E-2"/>
          <c:w val="0.72605790645879698"/>
          <c:h val="0.89024390243902396"/>
        </c:manualLayout>
      </c:layout>
      <c:barChart>
        <c:barDir val="col"/>
        <c:grouping val="clustered"/>
        <c:varyColors val="0"/>
        <c:ser>
          <c:idx val="1"/>
          <c:order val="0"/>
          <c:tx>
            <c:strRef>
              <c:f>Sheet1!$A$2</c:f>
              <c:strCache>
                <c:ptCount val="1"/>
                <c:pt idx="0">
                  <c:v>売上</c:v>
                </c:pt>
              </c:strCache>
            </c:strRef>
          </c:tx>
          <c:spPr>
            <a:solidFill>
              <a:schemeClr val="accent2"/>
            </a:solidFill>
            <a:ln>
              <a:noFill/>
            </a:ln>
            <a:effectLst/>
          </c:spPr>
          <c:invertIfNegative val="0"/>
          <c:cat>
            <c:strRef>
              <c:f>Sheet1!$B$1:$K$1</c:f>
              <c:strCache>
                <c:ptCount val="10"/>
                <c:pt idx="0">
                  <c:v>1期</c:v>
                </c:pt>
                <c:pt idx="1">
                  <c:v>2期</c:v>
                </c:pt>
                <c:pt idx="2">
                  <c:v>3期</c:v>
                </c:pt>
                <c:pt idx="3">
                  <c:v>4期</c:v>
                </c:pt>
                <c:pt idx="4">
                  <c:v>5期</c:v>
                </c:pt>
                <c:pt idx="5">
                  <c:v>6期</c:v>
                </c:pt>
                <c:pt idx="6">
                  <c:v>7期</c:v>
                </c:pt>
                <c:pt idx="7">
                  <c:v>8期</c:v>
                </c:pt>
                <c:pt idx="8">
                  <c:v>9期</c:v>
                </c:pt>
                <c:pt idx="9">
                  <c:v>10期</c:v>
                </c:pt>
              </c:strCache>
            </c:strRef>
          </c:cat>
          <c:val>
            <c:numRef>
              <c:f>Sheet1!$B$2:$K$2</c:f>
              <c:numCache>
                <c:formatCode>0_ </c:formatCode>
                <c:ptCount val="10"/>
                <c:pt idx="0">
                  <c:v>17024043</c:v>
                </c:pt>
                <c:pt idx="1">
                  <c:v>31533649.5</c:v>
                </c:pt>
                <c:pt idx="2">
                  <c:v>35923293</c:v>
                </c:pt>
                <c:pt idx="3">
                  <c:v>37245237</c:v>
                </c:pt>
                <c:pt idx="4">
                  <c:v>37611849</c:v>
                </c:pt>
                <c:pt idx="5">
                  <c:v>36818749.5</c:v>
                </c:pt>
                <c:pt idx="6">
                  <c:v>36092884.5</c:v>
                </c:pt>
                <c:pt idx="7">
                  <c:v>35884825.5</c:v>
                </c:pt>
                <c:pt idx="8">
                  <c:v>35824615.5</c:v>
                </c:pt>
                <c:pt idx="9">
                  <c:v>35807221.5</c:v>
                </c:pt>
              </c:numCache>
            </c:numRef>
          </c:val>
          <c:extLst>
            <c:ext xmlns:c16="http://schemas.microsoft.com/office/drawing/2014/chart" uri="{C3380CC4-5D6E-409C-BE32-E72D297353CC}">
              <c16:uniqueId val="{00000000-4733-4077-B6A4-4F9810F47884}"/>
            </c:ext>
          </c:extLst>
        </c:ser>
        <c:ser>
          <c:idx val="3"/>
          <c:order val="1"/>
          <c:tx>
            <c:strRef>
              <c:f>Sheet1!$A$3</c:f>
              <c:strCache>
                <c:ptCount val="1"/>
                <c:pt idx="0">
                  <c:v>利益</c:v>
                </c:pt>
              </c:strCache>
            </c:strRef>
          </c:tx>
          <c:spPr>
            <a:solidFill>
              <a:schemeClr val="accent4"/>
            </a:solidFill>
            <a:ln>
              <a:noFill/>
            </a:ln>
            <a:effectLst/>
          </c:spPr>
          <c:invertIfNegative val="0"/>
          <c:cat>
            <c:strRef>
              <c:f>Sheet1!$B$1:$K$1</c:f>
              <c:strCache>
                <c:ptCount val="10"/>
                <c:pt idx="0">
                  <c:v>1期</c:v>
                </c:pt>
                <c:pt idx="1">
                  <c:v>2期</c:v>
                </c:pt>
                <c:pt idx="2">
                  <c:v>3期</c:v>
                </c:pt>
                <c:pt idx="3">
                  <c:v>4期</c:v>
                </c:pt>
                <c:pt idx="4">
                  <c:v>5期</c:v>
                </c:pt>
                <c:pt idx="5">
                  <c:v>6期</c:v>
                </c:pt>
                <c:pt idx="6">
                  <c:v>7期</c:v>
                </c:pt>
                <c:pt idx="7">
                  <c:v>8期</c:v>
                </c:pt>
                <c:pt idx="8">
                  <c:v>9期</c:v>
                </c:pt>
                <c:pt idx="9">
                  <c:v>10期</c:v>
                </c:pt>
              </c:strCache>
            </c:strRef>
          </c:cat>
          <c:val>
            <c:numRef>
              <c:f>Sheet1!$B$3:$K$3</c:f>
              <c:numCache>
                <c:formatCode>0_ </c:formatCode>
                <c:ptCount val="10"/>
                <c:pt idx="0">
                  <c:v>-2691919.9049999998</c:v>
                </c:pt>
                <c:pt idx="1">
                  <c:v>9289043.8175000008</c:v>
                </c:pt>
                <c:pt idx="2">
                  <c:v>13764799.994999999</c:v>
                </c:pt>
                <c:pt idx="3">
                  <c:v>14988715.705</c:v>
                </c:pt>
                <c:pt idx="4">
                  <c:v>15337016.285</c:v>
                </c:pt>
                <c:pt idx="5">
                  <c:v>14583530.2675</c:v>
                </c:pt>
                <c:pt idx="6">
                  <c:v>13894583.842499999</c:v>
                </c:pt>
                <c:pt idx="7">
                  <c:v>13707771.057499999</c:v>
                </c:pt>
                <c:pt idx="8">
                  <c:v>13656589.407500001</c:v>
                </c:pt>
                <c:pt idx="9">
                  <c:v>12921803.5975</c:v>
                </c:pt>
              </c:numCache>
            </c:numRef>
          </c:val>
          <c:extLst>
            <c:ext xmlns:c16="http://schemas.microsoft.com/office/drawing/2014/chart" uri="{C3380CC4-5D6E-409C-BE32-E72D297353CC}">
              <c16:uniqueId val="{00000001-4733-4077-B6A4-4F9810F47884}"/>
            </c:ext>
          </c:extLst>
        </c:ser>
        <c:dLbls>
          <c:showLegendKey val="0"/>
          <c:showVal val="0"/>
          <c:showCatName val="0"/>
          <c:showSerName val="0"/>
          <c:showPercent val="0"/>
          <c:showBubbleSize val="0"/>
        </c:dLbls>
        <c:gapWidth val="269"/>
        <c:axId val="1720223135"/>
        <c:axId val="1"/>
      </c:barChart>
      <c:lineChart>
        <c:grouping val="standard"/>
        <c:varyColors val="0"/>
        <c:ser>
          <c:idx val="4"/>
          <c:order val="2"/>
          <c:tx>
            <c:strRef>
              <c:f>Sheet1!$A$4</c:f>
              <c:strCache>
                <c:ptCount val="1"/>
                <c:pt idx="0">
                  <c:v>会員数</c:v>
                </c:pt>
              </c:strCache>
            </c:strRef>
          </c:tx>
          <c:spPr>
            <a:ln w="38100" cap="rnd">
              <a:solidFill>
                <a:schemeClr val="accent5"/>
              </a:solidFill>
              <a:round/>
            </a:ln>
            <a:effectLst/>
          </c:spPr>
          <c:marker>
            <c:symbol val="circle"/>
            <c:size val="8"/>
            <c:spPr>
              <a:solidFill>
                <a:schemeClr val="accent5"/>
              </a:solidFill>
              <a:ln>
                <a:noFill/>
              </a:ln>
              <a:effectLst/>
            </c:spPr>
          </c:marker>
          <c:cat>
            <c:strRef>
              <c:f>Sheet1!$B$1:$K$1</c:f>
              <c:strCache>
                <c:ptCount val="10"/>
                <c:pt idx="0">
                  <c:v>1期</c:v>
                </c:pt>
                <c:pt idx="1">
                  <c:v>2期</c:v>
                </c:pt>
                <c:pt idx="2">
                  <c:v>3期</c:v>
                </c:pt>
                <c:pt idx="3">
                  <c:v>4期</c:v>
                </c:pt>
                <c:pt idx="4">
                  <c:v>5期</c:v>
                </c:pt>
                <c:pt idx="5">
                  <c:v>6期</c:v>
                </c:pt>
                <c:pt idx="6">
                  <c:v>7期</c:v>
                </c:pt>
                <c:pt idx="7">
                  <c:v>8期</c:v>
                </c:pt>
                <c:pt idx="8">
                  <c:v>9期</c:v>
                </c:pt>
                <c:pt idx="9">
                  <c:v>10期</c:v>
                </c:pt>
              </c:strCache>
            </c:strRef>
          </c:cat>
          <c:val>
            <c:numRef>
              <c:f>Sheet1!$B$4:$K$4</c:f>
              <c:numCache>
                <c:formatCode>0_ </c:formatCode>
                <c:ptCount val="10"/>
                <c:pt idx="0">
                  <c:v>667.6</c:v>
                </c:pt>
                <c:pt idx="1">
                  <c:v>856</c:v>
                </c:pt>
                <c:pt idx="2">
                  <c:v>916.8</c:v>
                </c:pt>
                <c:pt idx="3">
                  <c:v>934</c:v>
                </c:pt>
                <c:pt idx="4">
                  <c:v>938.7</c:v>
                </c:pt>
                <c:pt idx="5">
                  <c:v>905.3</c:v>
                </c:pt>
                <c:pt idx="6">
                  <c:v>895.8</c:v>
                </c:pt>
                <c:pt idx="7">
                  <c:v>893</c:v>
                </c:pt>
                <c:pt idx="8">
                  <c:v>892.2</c:v>
                </c:pt>
                <c:pt idx="9">
                  <c:v>892</c:v>
                </c:pt>
              </c:numCache>
            </c:numRef>
          </c:val>
          <c:smooth val="0"/>
          <c:extLst>
            <c:ext xmlns:c16="http://schemas.microsoft.com/office/drawing/2014/chart" uri="{C3380CC4-5D6E-409C-BE32-E72D297353CC}">
              <c16:uniqueId val="{00000002-4733-4077-B6A4-4F9810F47884}"/>
            </c:ext>
          </c:extLst>
        </c:ser>
        <c:dLbls>
          <c:showLegendKey val="0"/>
          <c:showVal val="0"/>
          <c:showCatName val="0"/>
          <c:showSerName val="0"/>
          <c:showPercent val="0"/>
          <c:showBubbleSize val="0"/>
        </c:dLbls>
        <c:marker val="1"/>
        <c:smooth val="0"/>
        <c:axId val="3"/>
        <c:axId val="4"/>
      </c:lineChart>
      <c:catAx>
        <c:axId val="1720223135"/>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lang="ja-JP" sz="1195" b="0" i="0" u="none" strike="noStrike" kern="1200" cap="none" spc="0" normalizeH="0" baseline="0">
                <a:solidFill>
                  <a:schemeClr val="tx1">
                    <a:lumMod val="65000"/>
                    <a:lumOff val="35000"/>
                  </a:schemeClr>
                </a:solidFill>
                <a:latin typeface="+mn-lt"/>
                <a:ea typeface="+mn-ea"/>
                <a:cs typeface="+mn-cs"/>
              </a:defRPr>
            </a:pPr>
            <a:endParaRPr lang="ja-JP"/>
          </a:p>
        </c:txPr>
        <c:crossAx val="1"/>
        <c:crosses val="autoZero"/>
        <c:auto val="0"/>
        <c:lblAlgn val="ctr"/>
        <c:lblOffset val="100"/>
        <c:tickLblSkip val="1"/>
        <c:noMultiLvlLbl val="0"/>
      </c:catAx>
      <c:valAx>
        <c:axId val="1"/>
        <c:scaling>
          <c:orientation val="minMax"/>
          <c:max val="45000000"/>
          <c:min val="-5000000"/>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quot;￥&quot;#,##0_);[Red]\(&quot;￥&quot;#,##0\)" sourceLinked="0"/>
        <c:majorTickMark val="none"/>
        <c:minorTickMark val="none"/>
        <c:tickLblPos val="nextTo"/>
        <c:spPr>
          <a:noFill/>
          <a:ln>
            <a:noFill/>
          </a:ln>
          <a:effectLst/>
        </c:spPr>
        <c:txPr>
          <a:bodyPr rot="0" spcFirstLastPara="1" vertOverflow="ellipsis" wrap="square" anchor="ctr" anchorCtr="1"/>
          <a:lstStyle/>
          <a:p>
            <a:pPr>
              <a:defRPr lang="ja-JP" sz="1195" b="0" i="0" u="none" strike="noStrike" kern="1200" baseline="0">
                <a:solidFill>
                  <a:schemeClr val="tx1">
                    <a:lumMod val="65000"/>
                    <a:lumOff val="35000"/>
                  </a:schemeClr>
                </a:solidFill>
                <a:latin typeface="+mn-lt"/>
                <a:ea typeface="+mn-ea"/>
                <a:cs typeface="+mn-cs"/>
              </a:defRPr>
            </a:pPr>
            <a:endParaRPr lang="ja-JP"/>
          </a:p>
        </c:txPr>
        <c:crossAx val="1720223135"/>
        <c:crosses val="autoZero"/>
        <c:crossBetween val="between"/>
      </c:valAx>
      <c:catAx>
        <c:axId val="3"/>
        <c:scaling>
          <c:orientation val="minMax"/>
        </c:scaling>
        <c:delete val="1"/>
        <c:axPos val="b"/>
        <c:numFmt formatCode="General" sourceLinked="1"/>
        <c:majorTickMark val="out"/>
        <c:minorTickMark val="none"/>
        <c:tickLblPos val="nextTo"/>
        <c:crossAx val="4"/>
        <c:crosses val="autoZero"/>
        <c:auto val="0"/>
        <c:lblAlgn val="ctr"/>
        <c:lblOffset val="100"/>
        <c:noMultiLvlLbl val="0"/>
      </c:catAx>
      <c:valAx>
        <c:axId val="4"/>
        <c:scaling>
          <c:orientation val="minMax"/>
          <c:max val="1500"/>
          <c:min val="0"/>
        </c:scaling>
        <c:delete val="0"/>
        <c:axPos val="r"/>
        <c:numFmt formatCode="0_ " sourceLinked="1"/>
        <c:majorTickMark val="none"/>
        <c:minorTickMark val="none"/>
        <c:tickLblPos val="nextTo"/>
        <c:spPr>
          <a:noFill/>
          <a:ln>
            <a:noFill/>
          </a:ln>
          <a:effectLst/>
        </c:spPr>
        <c:txPr>
          <a:bodyPr rot="0" spcFirstLastPara="1" vertOverflow="ellipsis" wrap="square" anchor="ctr" anchorCtr="1"/>
          <a:lstStyle/>
          <a:p>
            <a:pPr>
              <a:defRPr lang="ja-JP" sz="1195" b="0" i="0" u="none" strike="noStrike" kern="1200" baseline="0">
                <a:solidFill>
                  <a:schemeClr val="tx1">
                    <a:lumMod val="65000"/>
                    <a:lumOff val="35000"/>
                  </a:schemeClr>
                </a:solidFill>
                <a:latin typeface="+mn-lt"/>
                <a:ea typeface="+mn-ea"/>
                <a:cs typeface="+mn-cs"/>
              </a:defRPr>
            </a:pPr>
            <a:endParaRPr lang="ja-JP"/>
          </a:p>
        </c:txPr>
        <c:crossAx val="3"/>
        <c:crosses val="max"/>
        <c:crossBetween val="between"/>
      </c:valAx>
      <c:spPr>
        <a:noFill/>
        <a:ln>
          <a:noFill/>
        </a:ln>
        <a:effectLst/>
      </c:spPr>
    </c:plotArea>
    <c:legend>
      <c:legendPos val="t"/>
      <c:layout>
        <c:manualLayout>
          <c:xMode val="edge"/>
          <c:yMode val="edge"/>
          <c:x val="0.316278604976516"/>
          <c:y val="2.2753128555176302E-2"/>
          <c:w val="0.34236034775656998"/>
          <c:h val="9.96854109319701E-2"/>
        </c:manualLayout>
      </c:layout>
      <c:overlay val="0"/>
      <c:spPr>
        <a:noFill/>
        <a:ln>
          <a:noFill/>
        </a:ln>
        <a:effectLst/>
      </c:spPr>
      <c:txPr>
        <a:bodyPr rot="0" spcFirstLastPara="1" vertOverflow="ellipsis" vert="horz" wrap="square" anchor="ctr" anchorCtr="1"/>
        <a:lstStyle/>
        <a:p>
          <a:pPr>
            <a:defRPr lang="ja-JP" sz="1195"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chart>
  <c:spPr>
    <a:noFill/>
    <a:ln>
      <a:noFill/>
    </a:ln>
    <a:effectLst/>
  </c:spPr>
  <c:txPr>
    <a:bodyPr rot="0" vert="horz" anchor="b" anchorCtr="0"/>
    <a:lstStyle/>
    <a:p>
      <a:pPr>
        <a:defRPr lang="ja-JP"/>
      </a:pPr>
      <a:endParaRPr lang="ja-JP"/>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5790645879733"/>
          <c:y val="3.8327526132404199E-2"/>
          <c:w val="0.72605790645879698"/>
          <c:h val="0.89024390243902396"/>
        </c:manualLayout>
      </c:layout>
      <c:barChart>
        <c:barDir val="col"/>
        <c:grouping val="clustered"/>
        <c:varyColors val="0"/>
        <c:ser>
          <c:idx val="1"/>
          <c:order val="0"/>
          <c:tx>
            <c:strRef>
              <c:f>Sheet1!$A$2</c:f>
              <c:strCache>
                <c:ptCount val="1"/>
                <c:pt idx="0">
                  <c:v>売上</c:v>
                </c:pt>
              </c:strCache>
            </c:strRef>
          </c:tx>
          <c:spPr>
            <a:solidFill>
              <a:schemeClr val="accent2"/>
            </a:solidFill>
            <a:ln>
              <a:noFill/>
            </a:ln>
            <a:effectLst/>
          </c:spPr>
          <c:invertIfNegative val="0"/>
          <c:cat>
            <c:strRef>
              <c:f>Sheet1!$B$1:$K$1</c:f>
              <c:strCache>
                <c:ptCount val="10"/>
                <c:pt idx="0">
                  <c:v>1期</c:v>
                </c:pt>
                <c:pt idx="1">
                  <c:v>2期</c:v>
                </c:pt>
                <c:pt idx="2">
                  <c:v>3期</c:v>
                </c:pt>
                <c:pt idx="3">
                  <c:v>4期</c:v>
                </c:pt>
                <c:pt idx="4">
                  <c:v>5期</c:v>
                </c:pt>
                <c:pt idx="5">
                  <c:v>6期</c:v>
                </c:pt>
                <c:pt idx="6">
                  <c:v>7期</c:v>
                </c:pt>
                <c:pt idx="7">
                  <c:v>8期</c:v>
                </c:pt>
                <c:pt idx="8">
                  <c:v>9期</c:v>
                </c:pt>
                <c:pt idx="9">
                  <c:v>10期</c:v>
                </c:pt>
              </c:strCache>
            </c:strRef>
          </c:cat>
          <c:val>
            <c:numRef>
              <c:f>Sheet1!$B$2:$K$2</c:f>
              <c:numCache>
                <c:formatCode>0_ </c:formatCode>
                <c:ptCount val="10"/>
                <c:pt idx="0">
                  <c:v>14988276</c:v>
                </c:pt>
                <c:pt idx="1">
                  <c:v>27942123</c:v>
                </c:pt>
                <c:pt idx="2">
                  <c:v>31177072.5</c:v>
                </c:pt>
                <c:pt idx="3">
                  <c:v>32348491.5</c:v>
                </c:pt>
                <c:pt idx="4">
                  <c:v>32745877.5</c:v>
                </c:pt>
                <c:pt idx="5">
                  <c:v>31942074</c:v>
                </c:pt>
                <c:pt idx="6">
                  <c:v>31100472</c:v>
                </c:pt>
                <c:pt idx="7">
                  <c:v>30804439.5</c:v>
                </c:pt>
                <c:pt idx="8">
                  <c:v>30699406.5</c:v>
                </c:pt>
                <c:pt idx="9">
                  <c:v>30660604.5</c:v>
                </c:pt>
              </c:numCache>
            </c:numRef>
          </c:val>
          <c:extLst>
            <c:ext xmlns:c16="http://schemas.microsoft.com/office/drawing/2014/chart" uri="{C3380CC4-5D6E-409C-BE32-E72D297353CC}">
              <c16:uniqueId val="{00000000-B74E-4BD3-8ADC-3A1578716B7C}"/>
            </c:ext>
          </c:extLst>
        </c:ser>
        <c:ser>
          <c:idx val="3"/>
          <c:order val="1"/>
          <c:tx>
            <c:strRef>
              <c:f>Sheet1!$A$3</c:f>
              <c:strCache>
                <c:ptCount val="1"/>
                <c:pt idx="0">
                  <c:v>利益</c:v>
                </c:pt>
              </c:strCache>
            </c:strRef>
          </c:tx>
          <c:spPr>
            <a:solidFill>
              <a:schemeClr val="accent4"/>
            </a:solidFill>
            <a:ln>
              <a:noFill/>
            </a:ln>
            <a:effectLst/>
          </c:spPr>
          <c:invertIfNegative val="0"/>
          <c:cat>
            <c:strRef>
              <c:f>Sheet1!$B$1:$K$1</c:f>
              <c:strCache>
                <c:ptCount val="10"/>
                <c:pt idx="0">
                  <c:v>1期</c:v>
                </c:pt>
                <c:pt idx="1">
                  <c:v>2期</c:v>
                </c:pt>
                <c:pt idx="2">
                  <c:v>3期</c:v>
                </c:pt>
                <c:pt idx="3">
                  <c:v>4期</c:v>
                </c:pt>
                <c:pt idx="4">
                  <c:v>5期</c:v>
                </c:pt>
                <c:pt idx="5">
                  <c:v>6期</c:v>
                </c:pt>
                <c:pt idx="6">
                  <c:v>7期</c:v>
                </c:pt>
                <c:pt idx="7">
                  <c:v>8期</c:v>
                </c:pt>
                <c:pt idx="8">
                  <c:v>9期</c:v>
                </c:pt>
                <c:pt idx="9">
                  <c:v>10期</c:v>
                </c:pt>
              </c:strCache>
            </c:strRef>
          </c:cat>
          <c:val>
            <c:numRef>
              <c:f>Sheet1!$B$3:$K$3</c:f>
              <c:numCache>
                <c:formatCode>0_ </c:formatCode>
                <c:ptCount val="10"/>
                <c:pt idx="0">
                  <c:v>-4530742.01</c:v>
                </c:pt>
                <c:pt idx="1">
                  <c:v>6956058.3949999996</c:v>
                </c:pt>
                <c:pt idx="2">
                  <c:v>8985934.7124999892</c:v>
                </c:pt>
                <c:pt idx="3">
                  <c:v>10701702.147500001</c:v>
                </c:pt>
                <c:pt idx="4">
                  <c:v>11039501.0375</c:v>
                </c:pt>
                <c:pt idx="5">
                  <c:v>10356226.01</c:v>
                </c:pt>
                <c:pt idx="6">
                  <c:v>9640820.2799999993</c:v>
                </c:pt>
                <c:pt idx="7">
                  <c:v>9389177.1675000004</c:v>
                </c:pt>
                <c:pt idx="8">
                  <c:v>8579893.6225000005</c:v>
                </c:pt>
                <c:pt idx="9">
                  <c:v>9266909.8925000001</c:v>
                </c:pt>
              </c:numCache>
            </c:numRef>
          </c:val>
          <c:extLst>
            <c:ext xmlns:c16="http://schemas.microsoft.com/office/drawing/2014/chart" uri="{C3380CC4-5D6E-409C-BE32-E72D297353CC}">
              <c16:uniqueId val="{00000001-B74E-4BD3-8ADC-3A1578716B7C}"/>
            </c:ext>
          </c:extLst>
        </c:ser>
        <c:dLbls>
          <c:showLegendKey val="0"/>
          <c:showVal val="0"/>
          <c:showCatName val="0"/>
          <c:showSerName val="0"/>
          <c:showPercent val="0"/>
          <c:showBubbleSize val="0"/>
        </c:dLbls>
        <c:gapWidth val="269"/>
        <c:axId val="1720223135"/>
        <c:axId val="1"/>
      </c:barChart>
      <c:lineChart>
        <c:grouping val="standard"/>
        <c:varyColors val="0"/>
        <c:ser>
          <c:idx val="4"/>
          <c:order val="2"/>
          <c:tx>
            <c:strRef>
              <c:f>Sheet1!$A$4</c:f>
              <c:strCache>
                <c:ptCount val="1"/>
                <c:pt idx="0">
                  <c:v>会員数</c:v>
                </c:pt>
              </c:strCache>
            </c:strRef>
          </c:tx>
          <c:spPr>
            <a:ln w="38100" cap="rnd">
              <a:solidFill>
                <a:schemeClr val="accent5"/>
              </a:solidFill>
              <a:round/>
            </a:ln>
            <a:effectLst/>
          </c:spPr>
          <c:marker>
            <c:symbol val="circle"/>
            <c:size val="8"/>
            <c:spPr>
              <a:solidFill>
                <a:schemeClr val="accent5"/>
              </a:solidFill>
              <a:ln>
                <a:noFill/>
              </a:ln>
              <a:effectLst/>
            </c:spPr>
          </c:marker>
          <c:cat>
            <c:strRef>
              <c:f>Sheet1!$B$1:$K$1</c:f>
              <c:strCache>
                <c:ptCount val="10"/>
                <c:pt idx="0">
                  <c:v>1期</c:v>
                </c:pt>
                <c:pt idx="1">
                  <c:v>2期</c:v>
                </c:pt>
                <c:pt idx="2">
                  <c:v>3期</c:v>
                </c:pt>
                <c:pt idx="3">
                  <c:v>4期</c:v>
                </c:pt>
                <c:pt idx="4">
                  <c:v>5期</c:v>
                </c:pt>
                <c:pt idx="5">
                  <c:v>6期</c:v>
                </c:pt>
                <c:pt idx="6">
                  <c:v>7期</c:v>
                </c:pt>
                <c:pt idx="7">
                  <c:v>8期</c:v>
                </c:pt>
                <c:pt idx="8">
                  <c:v>9期</c:v>
                </c:pt>
                <c:pt idx="9">
                  <c:v>10期</c:v>
                </c:pt>
              </c:strCache>
            </c:strRef>
          </c:cat>
          <c:val>
            <c:numRef>
              <c:f>Sheet1!$B$4:$K$4</c:f>
              <c:numCache>
                <c:formatCode>0_ </c:formatCode>
                <c:ptCount val="10"/>
                <c:pt idx="0">
                  <c:v>615.70000000000005</c:v>
                </c:pt>
                <c:pt idx="1">
                  <c:v>745.9</c:v>
                </c:pt>
                <c:pt idx="2">
                  <c:v>795.2</c:v>
                </c:pt>
                <c:pt idx="3">
                  <c:v>812.2</c:v>
                </c:pt>
                <c:pt idx="4">
                  <c:v>817.9</c:v>
                </c:pt>
                <c:pt idx="5">
                  <c:v>782.5</c:v>
                </c:pt>
                <c:pt idx="6">
                  <c:v>770.2</c:v>
                </c:pt>
                <c:pt idx="7">
                  <c:v>765.8</c:v>
                </c:pt>
                <c:pt idx="8">
                  <c:v>764.2</c:v>
                </c:pt>
                <c:pt idx="9">
                  <c:v>763.6</c:v>
                </c:pt>
              </c:numCache>
            </c:numRef>
          </c:val>
          <c:smooth val="0"/>
          <c:extLst>
            <c:ext xmlns:c16="http://schemas.microsoft.com/office/drawing/2014/chart" uri="{C3380CC4-5D6E-409C-BE32-E72D297353CC}">
              <c16:uniqueId val="{00000002-B74E-4BD3-8ADC-3A1578716B7C}"/>
            </c:ext>
          </c:extLst>
        </c:ser>
        <c:dLbls>
          <c:showLegendKey val="0"/>
          <c:showVal val="0"/>
          <c:showCatName val="0"/>
          <c:showSerName val="0"/>
          <c:showPercent val="0"/>
          <c:showBubbleSize val="0"/>
        </c:dLbls>
        <c:marker val="1"/>
        <c:smooth val="0"/>
        <c:axId val="3"/>
        <c:axId val="4"/>
      </c:lineChart>
      <c:catAx>
        <c:axId val="1720223135"/>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lang="ja-JP" sz="1195" b="0" i="0" u="none" strike="noStrike" kern="1200" cap="none" spc="0" normalizeH="0" baseline="0">
                <a:solidFill>
                  <a:schemeClr val="tx1">
                    <a:lumMod val="65000"/>
                    <a:lumOff val="35000"/>
                  </a:schemeClr>
                </a:solidFill>
                <a:latin typeface="+mn-lt"/>
                <a:ea typeface="+mn-ea"/>
                <a:cs typeface="+mn-cs"/>
              </a:defRPr>
            </a:pPr>
            <a:endParaRPr lang="ja-JP"/>
          </a:p>
        </c:txPr>
        <c:crossAx val="1"/>
        <c:crosses val="autoZero"/>
        <c:auto val="0"/>
        <c:lblAlgn val="ctr"/>
        <c:lblOffset val="100"/>
        <c:tickLblSkip val="1"/>
        <c:noMultiLvlLbl val="0"/>
      </c:catAx>
      <c:valAx>
        <c:axId val="1"/>
        <c:scaling>
          <c:orientation val="minMax"/>
          <c:max val="45000000"/>
          <c:min val="-5000000"/>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quot;￥&quot;#,##0_);[Red]\(&quot;￥&quot;#,##0\)" sourceLinked="0"/>
        <c:majorTickMark val="none"/>
        <c:minorTickMark val="none"/>
        <c:tickLblPos val="nextTo"/>
        <c:spPr>
          <a:noFill/>
          <a:ln>
            <a:noFill/>
          </a:ln>
          <a:effectLst/>
        </c:spPr>
        <c:txPr>
          <a:bodyPr rot="0" spcFirstLastPara="1" vertOverflow="ellipsis" wrap="square" anchor="ctr" anchorCtr="1"/>
          <a:lstStyle/>
          <a:p>
            <a:pPr>
              <a:defRPr lang="ja-JP" sz="1195" b="0" i="0" u="none" strike="noStrike" kern="1200" baseline="0">
                <a:solidFill>
                  <a:schemeClr val="tx1">
                    <a:lumMod val="65000"/>
                    <a:lumOff val="35000"/>
                  </a:schemeClr>
                </a:solidFill>
                <a:latin typeface="+mn-lt"/>
                <a:ea typeface="+mn-ea"/>
                <a:cs typeface="+mn-cs"/>
              </a:defRPr>
            </a:pPr>
            <a:endParaRPr lang="ja-JP"/>
          </a:p>
        </c:txPr>
        <c:crossAx val="1720223135"/>
        <c:crosses val="autoZero"/>
        <c:crossBetween val="between"/>
      </c:valAx>
      <c:catAx>
        <c:axId val="3"/>
        <c:scaling>
          <c:orientation val="minMax"/>
        </c:scaling>
        <c:delete val="1"/>
        <c:axPos val="b"/>
        <c:numFmt formatCode="General" sourceLinked="1"/>
        <c:majorTickMark val="out"/>
        <c:minorTickMark val="none"/>
        <c:tickLblPos val="nextTo"/>
        <c:crossAx val="4"/>
        <c:crosses val="autoZero"/>
        <c:auto val="0"/>
        <c:lblAlgn val="ctr"/>
        <c:lblOffset val="100"/>
        <c:noMultiLvlLbl val="0"/>
      </c:catAx>
      <c:valAx>
        <c:axId val="4"/>
        <c:scaling>
          <c:orientation val="minMax"/>
          <c:max val="1500"/>
          <c:min val="0"/>
        </c:scaling>
        <c:delete val="0"/>
        <c:axPos val="r"/>
        <c:numFmt formatCode="0_ " sourceLinked="1"/>
        <c:majorTickMark val="none"/>
        <c:minorTickMark val="none"/>
        <c:tickLblPos val="nextTo"/>
        <c:spPr>
          <a:noFill/>
          <a:ln>
            <a:noFill/>
          </a:ln>
          <a:effectLst/>
        </c:spPr>
        <c:txPr>
          <a:bodyPr rot="0" spcFirstLastPara="1" vertOverflow="ellipsis" wrap="square" anchor="ctr" anchorCtr="1"/>
          <a:lstStyle/>
          <a:p>
            <a:pPr>
              <a:defRPr lang="ja-JP" sz="1195" b="0" i="0" u="none" strike="noStrike" kern="1200" baseline="0">
                <a:solidFill>
                  <a:schemeClr val="tx1">
                    <a:lumMod val="65000"/>
                    <a:lumOff val="35000"/>
                  </a:schemeClr>
                </a:solidFill>
                <a:latin typeface="+mn-lt"/>
                <a:ea typeface="+mn-ea"/>
                <a:cs typeface="+mn-cs"/>
              </a:defRPr>
            </a:pPr>
            <a:endParaRPr lang="ja-JP"/>
          </a:p>
        </c:txPr>
        <c:crossAx val="3"/>
        <c:crosses val="max"/>
        <c:crossBetween val="between"/>
      </c:valAx>
      <c:spPr>
        <a:noFill/>
        <a:ln>
          <a:noFill/>
        </a:ln>
        <a:effectLst/>
      </c:spPr>
    </c:plotArea>
    <c:legend>
      <c:legendPos val="t"/>
      <c:layout>
        <c:manualLayout>
          <c:xMode val="edge"/>
          <c:yMode val="edge"/>
          <c:x val="0.316278604976516"/>
          <c:y val="2.2753128555176302E-2"/>
          <c:w val="0.34236034775656998"/>
          <c:h val="9.96854109319701E-2"/>
        </c:manualLayout>
      </c:layout>
      <c:overlay val="0"/>
      <c:spPr>
        <a:noFill/>
        <a:ln>
          <a:noFill/>
        </a:ln>
        <a:effectLst/>
      </c:spPr>
      <c:txPr>
        <a:bodyPr rot="0" spcFirstLastPara="1" vertOverflow="ellipsis" vert="horz" wrap="square" anchor="ctr" anchorCtr="1"/>
        <a:lstStyle/>
        <a:p>
          <a:pPr>
            <a:defRPr lang="ja-JP" sz="1195"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chart>
  <c:spPr>
    <a:noFill/>
    <a:ln>
      <a:noFill/>
    </a:ln>
    <a:effectLst/>
  </c:spPr>
  <c:txPr>
    <a:bodyPr rot="0" vert="horz" anchor="b" anchorCtr="0"/>
    <a:lstStyle/>
    <a:p>
      <a:pPr>
        <a:defRPr lang="ja-JP"/>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5">
  <cs:axisTitle>
    <cs:lnRef idx="0"/>
    <cs:fillRef idx="0"/>
    <cs:effectRef idx="0"/>
    <cs:fontRef idx="minor">
      <a:schemeClr val="tx1">
        <a:lumMod val="65000"/>
        <a:lumOff val="35000"/>
      </a:schemeClr>
    </cs:fontRef>
    <cs:defRPr sz="1195"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5"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5"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5">
  <cs:axisTitle>
    <cs:lnRef idx="0"/>
    <cs:fillRef idx="0"/>
    <cs:effectRef idx="0"/>
    <cs:fontRef idx="minor">
      <a:schemeClr val="tx1">
        <a:lumMod val="65000"/>
        <a:lumOff val="35000"/>
      </a:schemeClr>
    </cs:fontRef>
    <cs:defRPr sz="1195"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5"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5"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25">
  <cs:axisTitle>
    <cs:lnRef idx="0"/>
    <cs:fillRef idx="0"/>
    <cs:effectRef idx="0"/>
    <cs:fontRef idx="minor">
      <a:schemeClr val="tx1">
        <a:lumMod val="65000"/>
        <a:lumOff val="35000"/>
      </a:schemeClr>
    </cs:fontRef>
    <cs:defRPr sz="1195"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5"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5"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25">
  <cs:axisTitle>
    <cs:lnRef idx="0"/>
    <cs:fillRef idx="0"/>
    <cs:effectRef idx="0"/>
    <cs:fontRef idx="minor">
      <a:schemeClr val="tx1">
        <a:lumMod val="65000"/>
        <a:lumOff val="35000"/>
      </a:schemeClr>
    </cs:fontRef>
    <cs:defRPr sz="1195"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5"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5"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D23208-D4A3-4A74-9A11-FD28CFF0E097}" type="datetimeFigureOut">
              <a:rPr kumimoji="1" lang="ja-JP" altLang="en-US" smtClean="0"/>
              <a:t>2026/10/7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B42302-35CC-42AC-8A4F-5C9AD8626AA1}"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p:txBody>
          <a:bodyPr/>
          <a:lstStyle/>
          <a:p>
            <a:fld id="{F3B28A01-593F-41E1-AC48-83FFDF6A6AB5}" type="slidenum">
              <a:rPr lang="en-US" altLang="ja-JP"/>
              <a:t>3</a:t>
            </a:fld>
            <a:endParaRPr lang="en-US" altLang="ja-JP"/>
          </a:p>
        </p:txBody>
      </p:sp>
      <p:sp>
        <p:nvSpPr>
          <p:cNvPr id="2618370" name="Rectangle 2"/>
          <p:cNvSpPr>
            <a:spLocks noGrp="1" noRot="1" noChangeAspect="1" noChangeArrowheads="1" noTextEdit="1"/>
          </p:cNvSpPr>
          <p:nvPr>
            <p:ph type="sldImg"/>
          </p:nvPr>
        </p:nvSpPr>
        <p:spPr>
          <a:xfrm>
            <a:off x="26988" y="744538"/>
            <a:ext cx="6615112" cy="3722687"/>
          </a:xfrm>
        </p:spPr>
      </p:sp>
      <p:sp>
        <p:nvSpPr>
          <p:cNvPr id="2618371" name="Rectangle 3"/>
          <p:cNvSpPr>
            <a:spLocks noGrp="1" noChangeArrowheads="1"/>
          </p:cNvSpPr>
          <p:nvPr>
            <p:ph type="body" idx="1"/>
          </p:nvPr>
        </p:nvSpPr>
        <p:spPr>
          <a:xfrm>
            <a:off x="889000" y="4714875"/>
            <a:ext cx="4891088" cy="4467225"/>
          </a:xfrm>
        </p:spPr>
        <p:txBody>
          <a:bodyPr/>
          <a:lstStyle/>
          <a:p>
            <a:endParaRPr lang="ja-JP" altLang="ja-JP"/>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p:txBody>
          <a:bodyPr/>
          <a:lstStyle/>
          <a:p>
            <a:fld id="{F3B28A01-593F-41E1-AC48-83FFDF6A6AB5}" type="slidenum">
              <a:rPr lang="en-US" altLang="ja-JP"/>
              <a:t>4</a:t>
            </a:fld>
            <a:endParaRPr lang="en-US" altLang="ja-JP"/>
          </a:p>
        </p:txBody>
      </p:sp>
      <p:sp>
        <p:nvSpPr>
          <p:cNvPr id="2618370" name="Rectangle 2"/>
          <p:cNvSpPr>
            <a:spLocks noGrp="1" noRot="1" noChangeAspect="1" noChangeArrowheads="1" noTextEdit="1"/>
          </p:cNvSpPr>
          <p:nvPr>
            <p:ph type="sldImg"/>
          </p:nvPr>
        </p:nvSpPr>
        <p:spPr>
          <a:xfrm>
            <a:off x="26988" y="744538"/>
            <a:ext cx="6615112" cy="3722687"/>
          </a:xfrm>
        </p:spPr>
      </p:sp>
      <p:sp>
        <p:nvSpPr>
          <p:cNvPr id="2618371" name="Rectangle 3"/>
          <p:cNvSpPr>
            <a:spLocks noGrp="1" noChangeArrowheads="1"/>
          </p:cNvSpPr>
          <p:nvPr>
            <p:ph type="body" idx="1"/>
          </p:nvPr>
        </p:nvSpPr>
        <p:spPr>
          <a:xfrm>
            <a:off x="889000" y="4714875"/>
            <a:ext cx="4891088" cy="4467225"/>
          </a:xfrm>
        </p:spPr>
        <p:txBody>
          <a:bodyPr/>
          <a:lstStyle/>
          <a:p>
            <a:endParaRPr lang="ja-JP" altLang="ja-JP"/>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76DF066-7E48-4E75-AA24-76AC8866990A}" type="slidenum">
              <a:rPr lang="en-US" altLang="ja-JP"/>
              <a:t>6</a:t>
            </a:fld>
            <a:endParaRPr lang="en-US" altLang="ja-JP"/>
          </a:p>
        </p:txBody>
      </p:sp>
      <p:sp>
        <p:nvSpPr>
          <p:cNvPr id="332802" name="Rectangle 2"/>
          <p:cNvSpPr>
            <a:spLocks noGrp="1" noRot="1" noChangeAspect="1" noChangeArrowheads="1" noTextEdit="1"/>
          </p:cNvSpPr>
          <p:nvPr>
            <p:ph type="sldImg"/>
          </p:nvPr>
        </p:nvSpPr>
        <p:spPr/>
      </p:sp>
      <p:sp>
        <p:nvSpPr>
          <p:cNvPr id="332803"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76DF066-7E48-4E75-AA24-76AC8866990A}" type="slidenum">
              <a:rPr lang="en-US" altLang="ja-JP"/>
              <a:t>7</a:t>
            </a:fld>
            <a:endParaRPr lang="en-US" altLang="ja-JP"/>
          </a:p>
        </p:txBody>
      </p:sp>
      <p:sp>
        <p:nvSpPr>
          <p:cNvPr id="332802" name="Rectangle 2"/>
          <p:cNvSpPr>
            <a:spLocks noGrp="1" noRot="1" noChangeAspect="1" noChangeArrowheads="1" noTextEdit="1"/>
          </p:cNvSpPr>
          <p:nvPr>
            <p:ph type="sldImg"/>
          </p:nvPr>
        </p:nvSpPr>
        <p:spPr/>
      </p:sp>
      <p:sp>
        <p:nvSpPr>
          <p:cNvPr id="332803"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76DF066-7E48-4E75-AA24-76AC8866990A}" type="slidenum">
              <a:rPr lang="en-US" altLang="ja-JP"/>
              <a:t>8</a:t>
            </a:fld>
            <a:endParaRPr lang="en-US" altLang="ja-JP"/>
          </a:p>
        </p:txBody>
      </p:sp>
      <p:sp>
        <p:nvSpPr>
          <p:cNvPr id="332802" name="Rectangle 2"/>
          <p:cNvSpPr>
            <a:spLocks noGrp="1" noRot="1" noChangeAspect="1" noChangeArrowheads="1" noTextEdit="1"/>
          </p:cNvSpPr>
          <p:nvPr>
            <p:ph type="sldImg"/>
          </p:nvPr>
        </p:nvSpPr>
        <p:spPr/>
      </p:sp>
      <p:sp>
        <p:nvSpPr>
          <p:cNvPr id="332803"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p:txBody>
          <a:bodyPr/>
          <a:lstStyle/>
          <a:p>
            <a:fld id="{1FB6E932-080D-4912-A569-234F5F28BCDB}" type="slidenum">
              <a:rPr lang="en-US" altLang="ja-JP"/>
              <a:t>10</a:t>
            </a:fld>
            <a:endParaRPr lang="en-US" altLang="ja-JP"/>
          </a:p>
        </p:txBody>
      </p:sp>
      <p:sp>
        <p:nvSpPr>
          <p:cNvPr id="2170882" name="Rectangle 2"/>
          <p:cNvSpPr>
            <a:spLocks noGrp="1" noRot="1" noChangeAspect="1" noChangeArrowheads="1" noTextEdit="1"/>
          </p:cNvSpPr>
          <p:nvPr>
            <p:ph type="sldImg"/>
          </p:nvPr>
        </p:nvSpPr>
        <p:spPr bwMode="auto">
          <a:xfrm>
            <a:off x="26988" y="746125"/>
            <a:ext cx="6613525" cy="3721100"/>
          </a:xfrm>
          <a:prstGeom prst="rect">
            <a:avLst/>
          </a:prstGeom>
          <a:solidFill>
            <a:srgbClr val="FFFFFF"/>
          </a:solidFill>
          <a:ln>
            <a:solidFill>
              <a:srgbClr val="000000"/>
            </a:solidFill>
            <a:miter lim="800000"/>
          </a:ln>
        </p:spPr>
      </p:sp>
      <p:sp>
        <p:nvSpPr>
          <p:cNvPr id="2170883" name="Rectangle 3"/>
          <p:cNvSpPr>
            <a:spLocks noGrp="1" noChangeArrowheads="1"/>
          </p:cNvSpPr>
          <p:nvPr>
            <p:ph type="body" idx="1"/>
          </p:nvPr>
        </p:nvSpPr>
        <p:spPr bwMode="auto">
          <a:xfrm>
            <a:off x="889000" y="4716463"/>
            <a:ext cx="4891088" cy="4465637"/>
          </a:xfrm>
          <a:prstGeom prst="rect">
            <a:avLst/>
          </a:prstGeom>
          <a:solidFill>
            <a:srgbClr val="FFFFFF"/>
          </a:solidFill>
          <a:ln>
            <a:solidFill>
              <a:srgbClr val="000000"/>
            </a:solidFill>
            <a:miter lim="800000"/>
          </a:ln>
        </p:spPr>
        <p:txBody>
          <a:bodyPr/>
          <a:lstStyle/>
          <a:p>
            <a:endParaRPr lang="ja-JP" altLang="ja-JP"/>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p:txBody>
          <a:bodyPr/>
          <a:lstStyle/>
          <a:p>
            <a:fld id="{1FB6E932-080D-4912-A569-234F5F28BCDB}" type="slidenum">
              <a:rPr lang="en-US" altLang="ja-JP"/>
              <a:t>11</a:t>
            </a:fld>
            <a:endParaRPr lang="en-US" altLang="ja-JP"/>
          </a:p>
        </p:txBody>
      </p:sp>
      <p:sp>
        <p:nvSpPr>
          <p:cNvPr id="2170882" name="Rectangle 2"/>
          <p:cNvSpPr>
            <a:spLocks noGrp="1" noRot="1" noChangeAspect="1" noChangeArrowheads="1" noTextEdit="1"/>
          </p:cNvSpPr>
          <p:nvPr>
            <p:ph type="sldImg"/>
          </p:nvPr>
        </p:nvSpPr>
        <p:spPr bwMode="auto">
          <a:xfrm>
            <a:off x="26988" y="746125"/>
            <a:ext cx="6613525" cy="3721100"/>
          </a:xfrm>
          <a:prstGeom prst="rect">
            <a:avLst/>
          </a:prstGeom>
          <a:solidFill>
            <a:srgbClr val="FFFFFF"/>
          </a:solidFill>
          <a:ln>
            <a:solidFill>
              <a:srgbClr val="000000"/>
            </a:solidFill>
            <a:miter lim="800000"/>
          </a:ln>
        </p:spPr>
      </p:sp>
      <p:sp>
        <p:nvSpPr>
          <p:cNvPr id="2170883" name="Rectangle 3"/>
          <p:cNvSpPr>
            <a:spLocks noGrp="1" noChangeArrowheads="1"/>
          </p:cNvSpPr>
          <p:nvPr>
            <p:ph type="body" idx="1"/>
          </p:nvPr>
        </p:nvSpPr>
        <p:spPr bwMode="auto">
          <a:xfrm>
            <a:off x="889000" y="4716463"/>
            <a:ext cx="4891088" cy="4465637"/>
          </a:xfrm>
          <a:prstGeom prst="rect">
            <a:avLst/>
          </a:prstGeom>
          <a:solidFill>
            <a:srgbClr val="FFFFFF"/>
          </a:solidFill>
          <a:ln>
            <a:solidFill>
              <a:srgbClr val="000000"/>
            </a:solidFill>
            <a:miter lim="800000"/>
          </a:ln>
        </p:spPr>
        <p:txBody>
          <a:bodyPr/>
          <a:lstStyle/>
          <a:p>
            <a:endParaRPr lang="ja-JP" altLang="ja-JP"/>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p:txBody>
          <a:bodyPr/>
          <a:lstStyle/>
          <a:p>
            <a:fld id="{1FB6E932-080D-4912-A569-234F5F28BCDB}" type="slidenum">
              <a:rPr lang="en-US" altLang="ja-JP"/>
              <a:t>12</a:t>
            </a:fld>
            <a:endParaRPr lang="en-US" altLang="ja-JP"/>
          </a:p>
        </p:txBody>
      </p:sp>
      <p:sp>
        <p:nvSpPr>
          <p:cNvPr id="2170882" name="Rectangle 2"/>
          <p:cNvSpPr>
            <a:spLocks noGrp="1" noRot="1" noChangeAspect="1" noChangeArrowheads="1" noTextEdit="1"/>
          </p:cNvSpPr>
          <p:nvPr>
            <p:ph type="sldImg"/>
          </p:nvPr>
        </p:nvSpPr>
        <p:spPr bwMode="auto">
          <a:xfrm>
            <a:off x="26988" y="746125"/>
            <a:ext cx="6613525" cy="3721100"/>
          </a:xfrm>
          <a:prstGeom prst="rect">
            <a:avLst/>
          </a:prstGeom>
          <a:solidFill>
            <a:srgbClr val="FFFFFF"/>
          </a:solidFill>
          <a:ln>
            <a:solidFill>
              <a:srgbClr val="000000"/>
            </a:solidFill>
            <a:miter lim="800000"/>
          </a:ln>
        </p:spPr>
      </p:sp>
      <p:sp>
        <p:nvSpPr>
          <p:cNvPr id="2170883" name="Rectangle 3"/>
          <p:cNvSpPr>
            <a:spLocks noGrp="1" noChangeArrowheads="1"/>
          </p:cNvSpPr>
          <p:nvPr>
            <p:ph type="body" idx="1"/>
          </p:nvPr>
        </p:nvSpPr>
        <p:spPr bwMode="auto">
          <a:xfrm>
            <a:off x="889000" y="4716463"/>
            <a:ext cx="4891088" cy="4465637"/>
          </a:xfrm>
          <a:prstGeom prst="rect">
            <a:avLst/>
          </a:prstGeom>
          <a:solidFill>
            <a:srgbClr val="FFFFFF"/>
          </a:solidFill>
          <a:ln>
            <a:solidFill>
              <a:srgbClr val="000000"/>
            </a:solidFill>
            <a:miter lim="800000"/>
          </a:ln>
        </p:spPr>
        <p:txBody>
          <a:bodyPr/>
          <a:lstStyle/>
          <a:p>
            <a:endParaRPr lang="ja-JP" altLang="ja-J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表紙">
    <p:spTree>
      <p:nvGrpSpPr>
        <p:cNvPr id="1" name=""/>
        <p:cNvGrpSpPr/>
        <p:nvPr/>
      </p:nvGrpSpPr>
      <p:grpSpPr>
        <a:xfrm>
          <a:off x="0" y="0"/>
          <a:ext cx="0" cy="0"/>
          <a:chOff x="0" y="0"/>
          <a:chExt cx="0" cy="0"/>
        </a:xfrm>
      </p:grpSpPr>
      <p:pic>
        <p:nvPicPr>
          <p:cNvPr id="4" name="図 10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11" y="0"/>
            <a:ext cx="1218838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タイトル 1"/>
          <p:cNvSpPr>
            <a:spLocks noGrp="1"/>
          </p:cNvSpPr>
          <p:nvPr>
            <p:ph type="ctrTitle"/>
          </p:nvPr>
        </p:nvSpPr>
        <p:spPr>
          <a:xfrm>
            <a:off x="677441" y="2449340"/>
            <a:ext cx="9768741" cy="522427"/>
          </a:xfrm>
          <a:noFill/>
          <a:ln w="9525">
            <a:noFill/>
            <a:miter lim="800000"/>
          </a:ln>
          <a:effectLst>
            <a:outerShdw dist="53882" dir="2700000" algn="ctr" rotWithShape="0">
              <a:srgbClr val="FFFFFF"/>
            </a:outerShdw>
          </a:effectLst>
        </p:spPr>
        <p:txBody>
          <a:bodyPr>
            <a:noAutofit/>
          </a:bodyPr>
          <a:lstStyle>
            <a:lvl1pPr algn="l" rtl="0" fontAlgn="base">
              <a:lnSpc>
                <a:spcPct val="114000"/>
              </a:lnSpc>
              <a:spcBef>
                <a:spcPct val="0"/>
              </a:spcBef>
              <a:spcAft>
                <a:spcPct val="0"/>
              </a:spcAft>
              <a:defRPr kumimoji="1" lang="ja-JP" altLang="en-US" sz="3265" b="0">
                <a:solidFill>
                  <a:srgbClr val="000000"/>
                </a:solidFill>
                <a:latin typeface="HGP創英角ｺﾞｼｯｸUB" panose="020B0900000000000000" pitchFamily="50" charset="-128"/>
                <a:ea typeface="HGP創英角ｺﾞｼｯｸUB" panose="020B0900000000000000" pitchFamily="50" charset="-128"/>
                <a:cs typeface="+mj-cs"/>
              </a:defRPr>
            </a:lvl1pPr>
          </a:lstStyle>
          <a:p>
            <a:r>
              <a:rPr lang="ja-JP" altLang="en-US"/>
              <a:t>マスター タイトルの書式設定</a:t>
            </a:r>
            <a:endParaRPr lang="ja-JP" altLang="en-US" dirty="0"/>
          </a:p>
        </p:txBody>
      </p:sp>
      <p:sp>
        <p:nvSpPr>
          <p:cNvPr id="3" name="サブタイトル 2"/>
          <p:cNvSpPr>
            <a:spLocks noGrp="1"/>
          </p:cNvSpPr>
          <p:nvPr>
            <p:ph type="subTitle" idx="1"/>
          </p:nvPr>
        </p:nvSpPr>
        <p:spPr>
          <a:xfrm>
            <a:off x="677441" y="3102447"/>
            <a:ext cx="9768741" cy="391820"/>
          </a:xfrm>
          <a:prstGeom prst="rect">
            <a:avLst/>
          </a:prstGeom>
          <a:noFill/>
          <a:ln w="9525">
            <a:noFill/>
            <a:miter lim="800000"/>
          </a:ln>
          <a:effectLst/>
        </p:spPr>
        <p:txBody>
          <a:bodyPr vert="horz" wrap="square" lIns="0" tIns="0" rIns="0" bIns="0" numCol="1" anchor="t" anchorCtr="0" compatLnSpc="1">
            <a:noAutofit/>
          </a:bodyPr>
          <a:lstStyle>
            <a:lvl1pPr marL="0" indent="0" algn="l" rtl="0" fontAlgn="base">
              <a:lnSpc>
                <a:spcPct val="114000"/>
              </a:lnSpc>
              <a:spcBef>
                <a:spcPct val="0"/>
              </a:spcBef>
              <a:spcAft>
                <a:spcPct val="80000"/>
              </a:spcAft>
              <a:buNone/>
              <a:defRPr kumimoji="1" lang="ja-JP" altLang="en-US" sz="2175" b="1">
                <a:solidFill>
                  <a:srgbClr val="000000"/>
                </a:solidFill>
                <a:latin typeface="ＭＳ Ｐゴシック" panose="020B0600070205080204" pitchFamily="50" charset="-128"/>
                <a:ea typeface="ＭＳ Ｐゴシック" panose="020B0600070205080204" pitchFamily="50" charset="-128"/>
                <a:cs typeface="+mn-cs"/>
              </a:defRPr>
            </a:lvl1pPr>
            <a:lvl2pPr marL="473075" indent="0" algn="ctr">
              <a:buNone/>
              <a:defRPr>
                <a:solidFill>
                  <a:schemeClr val="tx1">
                    <a:tint val="75000"/>
                  </a:schemeClr>
                </a:solidFill>
              </a:defRPr>
            </a:lvl2pPr>
            <a:lvl3pPr marL="946150" indent="0" algn="ctr">
              <a:buNone/>
              <a:defRPr>
                <a:solidFill>
                  <a:schemeClr val="tx1">
                    <a:tint val="75000"/>
                  </a:schemeClr>
                </a:solidFill>
              </a:defRPr>
            </a:lvl3pPr>
            <a:lvl4pPr marL="1419225" indent="0" algn="ctr">
              <a:buNone/>
              <a:defRPr>
                <a:solidFill>
                  <a:schemeClr val="tx1">
                    <a:tint val="75000"/>
                  </a:schemeClr>
                </a:solidFill>
              </a:defRPr>
            </a:lvl4pPr>
            <a:lvl5pPr marL="1892300" indent="0" algn="ctr">
              <a:buNone/>
              <a:defRPr>
                <a:solidFill>
                  <a:schemeClr val="tx1">
                    <a:tint val="75000"/>
                  </a:schemeClr>
                </a:solidFill>
              </a:defRPr>
            </a:lvl5pPr>
            <a:lvl6pPr marL="2365375" indent="0" algn="ctr">
              <a:buNone/>
              <a:defRPr>
                <a:solidFill>
                  <a:schemeClr val="tx1">
                    <a:tint val="75000"/>
                  </a:schemeClr>
                </a:solidFill>
              </a:defRPr>
            </a:lvl6pPr>
            <a:lvl7pPr marL="2838450" indent="0" algn="ctr">
              <a:buNone/>
              <a:defRPr>
                <a:solidFill>
                  <a:schemeClr val="tx1">
                    <a:tint val="75000"/>
                  </a:schemeClr>
                </a:solidFill>
              </a:defRPr>
            </a:lvl7pPr>
            <a:lvl8pPr marL="3310890" indent="0" algn="ctr">
              <a:buNone/>
              <a:defRPr>
                <a:solidFill>
                  <a:schemeClr val="tx1">
                    <a:tint val="75000"/>
                  </a:schemeClr>
                </a:solidFill>
              </a:defRPr>
            </a:lvl8pPr>
            <a:lvl9pPr marL="3783965" indent="0" algn="ctr">
              <a:buNone/>
              <a:defRPr>
                <a:solidFill>
                  <a:schemeClr val="tx1">
                    <a:tint val="75000"/>
                  </a:schemeClr>
                </a:solidFill>
              </a:defRPr>
            </a:lvl9pPr>
          </a:lstStyle>
          <a:p>
            <a:r>
              <a:rPr lang="ja-JP" altLang="en-US"/>
              <a:t>マスター サブタイトルの書式設定</a:t>
            </a:r>
            <a:endParaRPr lang="ja-JP"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スライド番号プレースホルダ 5"/>
          <p:cNvSpPr>
            <a:spLocks noGrp="1"/>
          </p:cNvSpPr>
          <p:nvPr>
            <p:ph type="sldNum" sz="quarter" idx="10"/>
          </p:nvPr>
        </p:nvSpPr>
        <p:spPr/>
        <p:txBody>
          <a:bodyPr/>
          <a:lstStyle>
            <a:lvl1pPr>
              <a:defRPr/>
            </a:lvl1pPr>
          </a:lstStyle>
          <a:p>
            <a:fld id="{A368BDF0-FFCB-47A5-9A7B-CAC1F6FE8E31}" type="slidenum">
              <a:rPr kumimoji="1" lang="ja-JP" altLang="en-US" smtClean="0"/>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表紙">
    <p:spTree>
      <p:nvGrpSpPr>
        <p:cNvPr id="1" name=""/>
        <p:cNvGrpSpPr/>
        <p:nvPr/>
      </p:nvGrpSpPr>
      <p:grpSpPr>
        <a:xfrm>
          <a:off x="0" y="0"/>
          <a:ext cx="0" cy="0"/>
          <a:chOff x="0" y="0"/>
          <a:chExt cx="0" cy="0"/>
        </a:xfrm>
      </p:grpSpPr>
      <p:pic>
        <p:nvPicPr>
          <p:cNvPr id="4" name="図 10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11" y="0"/>
            <a:ext cx="1218838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タイトル 1"/>
          <p:cNvSpPr>
            <a:spLocks noGrp="1"/>
          </p:cNvSpPr>
          <p:nvPr>
            <p:ph type="ctrTitle"/>
          </p:nvPr>
        </p:nvSpPr>
        <p:spPr>
          <a:xfrm>
            <a:off x="677441" y="2449340"/>
            <a:ext cx="9768741" cy="522427"/>
          </a:xfrm>
          <a:noFill/>
          <a:ln w="9525">
            <a:noFill/>
            <a:miter lim="800000"/>
          </a:ln>
          <a:effectLst>
            <a:outerShdw dist="53882" dir="2700000" algn="ctr" rotWithShape="0">
              <a:srgbClr val="FFFFFF"/>
            </a:outerShdw>
          </a:effectLst>
        </p:spPr>
        <p:txBody>
          <a:bodyPr>
            <a:noAutofit/>
          </a:bodyPr>
          <a:lstStyle>
            <a:lvl1pPr algn="l" rtl="0" fontAlgn="base">
              <a:lnSpc>
                <a:spcPct val="114000"/>
              </a:lnSpc>
              <a:spcBef>
                <a:spcPct val="0"/>
              </a:spcBef>
              <a:spcAft>
                <a:spcPct val="0"/>
              </a:spcAft>
              <a:defRPr kumimoji="1" lang="ja-JP" altLang="en-US" sz="3265" b="0">
                <a:solidFill>
                  <a:srgbClr val="000000"/>
                </a:solidFill>
                <a:latin typeface="HGP創英角ｺﾞｼｯｸUB" panose="020B0900000000000000" pitchFamily="50" charset="-128"/>
                <a:ea typeface="HGP創英角ｺﾞｼｯｸUB" panose="020B0900000000000000" pitchFamily="50" charset="-128"/>
                <a:cs typeface="+mj-cs"/>
              </a:defRPr>
            </a:lvl1pPr>
          </a:lstStyle>
          <a:p>
            <a:r>
              <a:rPr lang="ja-JP" altLang="en-US"/>
              <a:t>マスター タイトルの書式設定</a:t>
            </a:r>
            <a:endParaRPr lang="ja-JP" altLang="en-US" dirty="0"/>
          </a:p>
        </p:txBody>
      </p:sp>
      <p:sp>
        <p:nvSpPr>
          <p:cNvPr id="3" name="サブタイトル 2"/>
          <p:cNvSpPr>
            <a:spLocks noGrp="1"/>
          </p:cNvSpPr>
          <p:nvPr>
            <p:ph type="subTitle" idx="1"/>
          </p:nvPr>
        </p:nvSpPr>
        <p:spPr>
          <a:xfrm>
            <a:off x="677441" y="3102447"/>
            <a:ext cx="9768741" cy="391820"/>
          </a:xfrm>
          <a:prstGeom prst="rect">
            <a:avLst/>
          </a:prstGeom>
          <a:noFill/>
          <a:ln w="9525">
            <a:noFill/>
            <a:miter lim="800000"/>
          </a:ln>
          <a:effectLst/>
        </p:spPr>
        <p:txBody>
          <a:bodyPr vert="horz" wrap="square" lIns="0" tIns="0" rIns="0" bIns="0" numCol="1" anchor="t" anchorCtr="0" compatLnSpc="1">
            <a:noAutofit/>
          </a:bodyPr>
          <a:lstStyle>
            <a:lvl1pPr marL="0" indent="0" algn="l" rtl="0" fontAlgn="base">
              <a:lnSpc>
                <a:spcPct val="114000"/>
              </a:lnSpc>
              <a:spcBef>
                <a:spcPct val="0"/>
              </a:spcBef>
              <a:spcAft>
                <a:spcPct val="80000"/>
              </a:spcAft>
              <a:buNone/>
              <a:defRPr kumimoji="1" lang="ja-JP" altLang="en-US" sz="2175" b="1">
                <a:solidFill>
                  <a:srgbClr val="000000"/>
                </a:solidFill>
                <a:latin typeface="ＭＳ Ｐゴシック" panose="020B0600070205080204" pitchFamily="50" charset="-128"/>
                <a:ea typeface="ＭＳ Ｐゴシック" panose="020B0600070205080204" pitchFamily="50" charset="-128"/>
                <a:cs typeface="+mn-cs"/>
              </a:defRPr>
            </a:lvl1pPr>
            <a:lvl2pPr marL="473075" indent="0" algn="ctr">
              <a:buNone/>
              <a:defRPr>
                <a:solidFill>
                  <a:schemeClr val="tx1">
                    <a:tint val="75000"/>
                  </a:schemeClr>
                </a:solidFill>
              </a:defRPr>
            </a:lvl2pPr>
            <a:lvl3pPr marL="946150" indent="0" algn="ctr">
              <a:buNone/>
              <a:defRPr>
                <a:solidFill>
                  <a:schemeClr val="tx1">
                    <a:tint val="75000"/>
                  </a:schemeClr>
                </a:solidFill>
              </a:defRPr>
            </a:lvl3pPr>
            <a:lvl4pPr marL="1419225" indent="0" algn="ctr">
              <a:buNone/>
              <a:defRPr>
                <a:solidFill>
                  <a:schemeClr val="tx1">
                    <a:tint val="75000"/>
                  </a:schemeClr>
                </a:solidFill>
              </a:defRPr>
            </a:lvl4pPr>
            <a:lvl5pPr marL="1892300" indent="0" algn="ctr">
              <a:buNone/>
              <a:defRPr>
                <a:solidFill>
                  <a:schemeClr val="tx1">
                    <a:tint val="75000"/>
                  </a:schemeClr>
                </a:solidFill>
              </a:defRPr>
            </a:lvl5pPr>
            <a:lvl6pPr marL="2365375" indent="0" algn="ctr">
              <a:buNone/>
              <a:defRPr>
                <a:solidFill>
                  <a:schemeClr val="tx1">
                    <a:tint val="75000"/>
                  </a:schemeClr>
                </a:solidFill>
              </a:defRPr>
            </a:lvl6pPr>
            <a:lvl7pPr marL="2838450" indent="0" algn="ctr">
              <a:buNone/>
              <a:defRPr>
                <a:solidFill>
                  <a:schemeClr val="tx1">
                    <a:tint val="75000"/>
                  </a:schemeClr>
                </a:solidFill>
              </a:defRPr>
            </a:lvl7pPr>
            <a:lvl8pPr marL="3310890" indent="0" algn="ctr">
              <a:buNone/>
              <a:defRPr>
                <a:solidFill>
                  <a:schemeClr val="tx1">
                    <a:tint val="75000"/>
                  </a:schemeClr>
                </a:solidFill>
              </a:defRPr>
            </a:lvl8pPr>
            <a:lvl9pPr marL="3783965" indent="0" algn="ctr">
              <a:buNone/>
              <a:defRPr>
                <a:solidFill>
                  <a:schemeClr val="tx1">
                    <a:tint val="75000"/>
                  </a:schemeClr>
                </a:solidFill>
              </a:defRPr>
            </a:lvl9pPr>
          </a:lstStyle>
          <a:p>
            <a:r>
              <a:rPr lang="ja-JP" altLang="en-US"/>
              <a:t>マスター サブタイトルの書式設定</a:t>
            </a:r>
            <a:endParaRPr lang="ja-JP"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スライド番号プレースホルダ 5"/>
          <p:cNvSpPr>
            <a:spLocks noGrp="1"/>
          </p:cNvSpPr>
          <p:nvPr>
            <p:ph type="sldNum" sz="quarter" idx="10"/>
          </p:nvPr>
        </p:nvSpPr>
        <p:spPr/>
        <p:txBody>
          <a:bodyPr/>
          <a:lstStyle>
            <a:lvl1pPr>
              <a:defRPr/>
            </a:lvl1pPr>
          </a:lstStyle>
          <a:p>
            <a:fld id="{A368BDF0-FFCB-47A5-9A7B-CAC1F6FE8E31}" type="slidenum">
              <a:rPr kumimoji="1" lang="ja-JP" altLang="en-US" smtClean="0"/>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Only">
  <p:cSld name="コンテンツ">
    <p:spTree>
      <p:nvGrpSpPr>
        <p:cNvPr id="1" name=""/>
        <p:cNvGrpSpPr/>
        <p:nvPr/>
      </p:nvGrpSpPr>
      <p:grpSpPr>
        <a:xfrm>
          <a:off x="0" y="0"/>
          <a:ext cx="0" cy="0"/>
          <a:chOff x="0" y="0"/>
          <a:chExt cx="0" cy="0"/>
        </a:xfrm>
      </p:grpSpPr>
      <p:sp>
        <p:nvSpPr>
          <p:cNvPr id="2" name="コンテンツ プレースホルダー 1"/>
          <p:cNvSpPr>
            <a:spLocks noGrp="1"/>
          </p:cNvSpPr>
          <p:nvPr>
            <p:ph/>
          </p:nvPr>
        </p:nvSpPr>
        <p:spPr>
          <a:xfrm>
            <a:off x="609600" y="274639"/>
            <a:ext cx="10972800" cy="5851525"/>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3" name="日付プレースホルダー 2"/>
          <p:cNvSpPr>
            <a:spLocks noGrp="1"/>
          </p:cNvSpPr>
          <p:nvPr>
            <p:ph type="dt" sz="half" idx="10"/>
          </p:nvPr>
        </p:nvSpPr>
        <p:spPr>
          <a:xfrm>
            <a:off x="609600" y="6245225"/>
            <a:ext cx="2844800" cy="476250"/>
          </a:xfrm>
        </p:spPr>
        <p:txBody>
          <a:bodyPr/>
          <a:lstStyle>
            <a:lvl1pPr>
              <a:defRPr/>
            </a:lvl1pPr>
          </a:lstStyle>
          <a:p>
            <a:endParaRPr lang="en-US" altLang="ja-JP"/>
          </a:p>
        </p:txBody>
      </p:sp>
      <p:sp>
        <p:nvSpPr>
          <p:cNvPr id="4" name="フッター プレースホルダー 3"/>
          <p:cNvSpPr>
            <a:spLocks noGrp="1"/>
          </p:cNvSpPr>
          <p:nvPr>
            <p:ph type="ftr" sz="quarter" idx="11"/>
          </p:nvPr>
        </p:nvSpPr>
        <p:spPr>
          <a:xfrm>
            <a:off x="8026335" y="6414100"/>
            <a:ext cx="65" cy="138499"/>
          </a:xfrm>
        </p:spPr>
        <p:txBody>
          <a:bodyPr/>
          <a:lstStyle>
            <a:lvl1pPr>
              <a:defRPr/>
            </a:lvl1pPr>
          </a:lstStyle>
          <a:p>
            <a:endParaRPr lang="en-US" altLang="ja-JP"/>
          </a:p>
        </p:txBody>
      </p:sp>
      <p:sp>
        <p:nvSpPr>
          <p:cNvPr id="5" name="スライド番号プレースホルダー 4"/>
          <p:cNvSpPr>
            <a:spLocks noGrp="1"/>
          </p:cNvSpPr>
          <p:nvPr>
            <p:ph type="sldNum" sz="quarter" idx="12"/>
          </p:nvPr>
        </p:nvSpPr>
        <p:spPr>
          <a:xfrm>
            <a:off x="10007714" y="6329461"/>
            <a:ext cx="304571" cy="307777"/>
          </a:xfrm>
        </p:spPr>
        <p:txBody>
          <a:bodyPr/>
          <a:lstStyle>
            <a:lvl1pPr>
              <a:defRPr/>
            </a:lvl1pPr>
          </a:lstStyle>
          <a:p>
            <a:fld id="{5F7123F0-66A4-4E97-B5B9-425332AC49A9}" type="slidenum">
              <a:rPr lang="en-US" altLang="ja-JP"/>
              <a:t>‹#›</a:t>
            </a:fld>
            <a:endParaRPr lang="en-US" altLang="ja-JP"/>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0"/>
          </p:nvPr>
        </p:nvSpPr>
        <p:spPr/>
        <p:txBody>
          <a:bodyPr/>
          <a:lstStyle>
            <a:lvl1pPr>
              <a:defRPr/>
            </a:lvl1pPr>
          </a:lstStyle>
          <a:p>
            <a:endParaRPr lang="en-US" altLang="ja-JP"/>
          </a:p>
        </p:txBody>
      </p:sp>
      <p:sp>
        <p:nvSpPr>
          <p:cNvPr id="3" name="スライド番号プレースホルダー 2"/>
          <p:cNvSpPr>
            <a:spLocks noGrp="1"/>
          </p:cNvSpPr>
          <p:nvPr>
            <p:ph type="sldNum" sz="quarter" idx="11"/>
          </p:nvPr>
        </p:nvSpPr>
        <p:spPr/>
        <p:txBody>
          <a:bodyPr/>
          <a:lstStyle>
            <a:lvl1pPr>
              <a:defRPr/>
            </a:lvl1pPr>
          </a:lstStyle>
          <a:p>
            <a:r>
              <a:rPr lang="en-US" altLang="ja-JP"/>
              <a:t> </a:t>
            </a:r>
            <a:fld id="{CCB0A644-50F7-426D-849B-04FAB3D6A840}" type="slidenum">
              <a:rPr lang="en-US" altLang="ja-JP"/>
              <a:t>‹#›</a:t>
            </a:fld>
            <a:endParaRPr lang="en-US" altLang="ja-JP"/>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600" lvl="0" indent="-457200">
              <a:spcBef>
                <a:spcPts val="0"/>
              </a:spcBef>
              <a:spcAft>
                <a:spcPts val="0"/>
              </a:spcAft>
              <a:buSzPts val="1800"/>
              <a:buChar char="●"/>
              <a:defRPr/>
            </a:lvl1pPr>
            <a:lvl2pPr marL="1219200" lvl="1" indent="-423545">
              <a:spcBef>
                <a:spcPts val="0"/>
              </a:spcBef>
              <a:spcAft>
                <a:spcPts val="0"/>
              </a:spcAft>
              <a:buSzPts val="1400"/>
              <a:buChar char="○"/>
              <a:defRPr/>
            </a:lvl2pPr>
            <a:lvl3pPr marL="1828800" lvl="2" indent="-423545">
              <a:spcBef>
                <a:spcPts val="0"/>
              </a:spcBef>
              <a:spcAft>
                <a:spcPts val="0"/>
              </a:spcAft>
              <a:buSzPts val="1400"/>
              <a:buChar char="■"/>
              <a:defRPr/>
            </a:lvl3pPr>
            <a:lvl4pPr marL="2438400" lvl="3" indent="-423545">
              <a:spcBef>
                <a:spcPts val="0"/>
              </a:spcBef>
              <a:spcAft>
                <a:spcPts val="0"/>
              </a:spcAft>
              <a:buSzPts val="1400"/>
              <a:buChar char="●"/>
              <a:defRPr/>
            </a:lvl4pPr>
            <a:lvl5pPr marL="3048000" lvl="4" indent="-423545">
              <a:spcBef>
                <a:spcPts val="0"/>
              </a:spcBef>
              <a:spcAft>
                <a:spcPts val="0"/>
              </a:spcAft>
              <a:buSzPts val="1400"/>
              <a:buChar char="○"/>
              <a:defRPr/>
            </a:lvl5pPr>
            <a:lvl6pPr marL="3657600" lvl="5" indent="-423545">
              <a:spcBef>
                <a:spcPts val="0"/>
              </a:spcBef>
              <a:spcAft>
                <a:spcPts val="0"/>
              </a:spcAft>
              <a:buSzPts val="1400"/>
              <a:buChar char="■"/>
              <a:defRPr/>
            </a:lvl6pPr>
            <a:lvl7pPr marL="4267200" lvl="6" indent="-423545">
              <a:spcBef>
                <a:spcPts val="0"/>
              </a:spcBef>
              <a:spcAft>
                <a:spcPts val="0"/>
              </a:spcAft>
              <a:buSzPts val="1400"/>
              <a:buChar char="●"/>
              <a:defRPr/>
            </a:lvl7pPr>
            <a:lvl8pPr marL="4876800" lvl="7" indent="-423545">
              <a:spcBef>
                <a:spcPts val="0"/>
              </a:spcBef>
              <a:spcAft>
                <a:spcPts val="0"/>
              </a:spcAft>
              <a:buSzPts val="1400"/>
              <a:buChar char="○"/>
              <a:defRPr/>
            </a:lvl8pPr>
            <a:lvl9pPr marL="5486400" lvl="8" indent="-423545">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theme" Target="../theme/theme2.xml"/><Relationship Id="rId7"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図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11" y="0"/>
            <a:ext cx="12190189" cy="1897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Codos_Grid_201008" hidden="1"/>
          <p:cNvGrpSpPr/>
          <p:nvPr/>
        </p:nvGrpSpPr>
        <p:grpSpPr bwMode="auto">
          <a:xfrm>
            <a:off x="1006347" y="1125962"/>
            <a:ext cx="10179306" cy="4964598"/>
            <a:chOff x="449454" y="1189814"/>
            <a:chExt cx="8928993" cy="5472608"/>
          </a:xfrm>
        </p:grpSpPr>
        <p:sp>
          <p:nvSpPr>
            <p:cNvPr id="1030" name="Line 99" hidden="1"/>
            <p:cNvSpPr>
              <a:spLocks noChangeShapeType="1"/>
            </p:cNvSpPr>
            <p:nvPr userDrawn="1"/>
          </p:nvSpPr>
          <p:spPr bwMode="auto">
            <a:xfrm>
              <a:off x="477126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31" name="Line 99" hidden="1"/>
            <p:cNvSpPr>
              <a:spLocks noChangeShapeType="1"/>
            </p:cNvSpPr>
            <p:nvPr userDrawn="1"/>
          </p:nvSpPr>
          <p:spPr bwMode="auto">
            <a:xfrm>
              <a:off x="318575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32" name="Line 99" hidden="1"/>
            <p:cNvSpPr>
              <a:spLocks noChangeShapeType="1"/>
            </p:cNvSpPr>
            <p:nvPr userDrawn="1"/>
          </p:nvSpPr>
          <p:spPr bwMode="auto">
            <a:xfrm>
              <a:off x="304174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33" name="Line 99" hidden="1"/>
            <p:cNvSpPr>
              <a:spLocks noChangeShapeType="1"/>
            </p:cNvSpPr>
            <p:nvPr userDrawn="1"/>
          </p:nvSpPr>
          <p:spPr bwMode="auto">
            <a:xfrm>
              <a:off x="289772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34" name="Line 99" hidden="1"/>
            <p:cNvSpPr>
              <a:spLocks noChangeShapeType="1"/>
            </p:cNvSpPr>
            <p:nvPr userDrawn="1"/>
          </p:nvSpPr>
          <p:spPr bwMode="auto">
            <a:xfrm>
              <a:off x="275371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35" name="Line 99" hidden="1"/>
            <p:cNvSpPr>
              <a:spLocks noChangeShapeType="1"/>
            </p:cNvSpPr>
            <p:nvPr userDrawn="1"/>
          </p:nvSpPr>
          <p:spPr bwMode="auto">
            <a:xfrm>
              <a:off x="260969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36" name="Line 99" hidden="1"/>
            <p:cNvSpPr>
              <a:spLocks noChangeShapeType="1"/>
            </p:cNvSpPr>
            <p:nvPr userDrawn="1"/>
          </p:nvSpPr>
          <p:spPr bwMode="auto">
            <a:xfrm>
              <a:off x="246567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37" name="Line 99" hidden="1"/>
            <p:cNvSpPr>
              <a:spLocks noChangeShapeType="1"/>
            </p:cNvSpPr>
            <p:nvPr userDrawn="1"/>
          </p:nvSpPr>
          <p:spPr bwMode="auto">
            <a:xfrm>
              <a:off x="232166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38" name="Line 99" hidden="1"/>
            <p:cNvSpPr>
              <a:spLocks noChangeShapeType="1"/>
            </p:cNvSpPr>
            <p:nvPr userDrawn="1"/>
          </p:nvSpPr>
          <p:spPr bwMode="auto">
            <a:xfrm>
              <a:off x="217764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39" name="Line 99" hidden="1"/>
            <p:cNvSpPr>
              <a:spLocks noChangeShapeType="1"/>
            </p:cNvSpPr>
            <p:nvPr userDrawn="1"/>
          </p:nvSpPr>
          <p:spPr bwMode="auto">
            <a:xfrm>
              <a:off x="203363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40" name="Line 99" hidden="1"/>
            <p:cNvSpPr>
              <a:spLocks noChangeShapeType="1"/>
            </p:cNvSpPr>
            <p:nvPr userDrawn="1"/>
          </p:nvSpPr>
          <p:spPr bwMode="auto">
            <a:xfrm>
              <a:off x="188961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41" name="Line 99" hidden="1"/>
            <p:cNvSpPr>
              <a:spLocks noChangeShapeType="1"/>
            </p:cNvSpPr>
            <p:nvPr userDrawn="1"/>
          </p:nvSpPr>
          <p:spPr bwMode="auto">
            <a:xfrm>
              <a:off x="174559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42" name="Line 99" hidden="1"/>
            <p:cNvSpPr>
              <a:spLocks noChangeShapeType="1"/>
            </p:cNvSpPr>
            <p:nvPr userDrawn="1"/>
          </p:nvSpPr>
          <p:spPr bwMode="auto">
            <a:xfrm>
              <a:off x="160158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43" name="Line 99" hidden="1"/>
            <p:cNvSpPr>
              <a:spLocks noChangeShapeType="1"/>
            </p:cNvSpPr>
            <p:nvPr userDrawn="1"/>
          </p:nvSpPr>
          <p:spPr bwMode="auto">
            <a:xfrm>
              <a:off x="145756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44" name="Line 99" hidden="1"/>
            <p:cNvSpPr>
              <a:spLocks noChangeShapeType="1"/>
            </p:cNvSpPr>
            <p:nvPr userDrawn="1"/>
          </p:nvSpPr>
          <p:spPr bwMode="auto">
            <a:xfrm>
              <a:off x="131355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45" name="Line 99" hidden="1"/>
            <p:cNvSpPr>
              <a:spLocks noChangeShapeType="1"/>
            </p:cNvSpPr>
            <p:nvPr userDrawn="1"/>
          </p:nvSpPr>
          <p:spPr bwMode="auto">
            <a:xfrm>
              <a:off x="116953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46" name="Line 99" hidden="1"/>
            <p:cNvSpPr>
              <a:spLocks noChangeShapeType="1"/>
            </p:cNvSpPr>
            <p:nvPr userDrawn="1"/>
          </p:nvSpPr>
          <p:spPr bwMode="auto">
            <a:xfrm>
              <a:off x="102551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47" name="Line 99" hidden="1"/>
            <p:cNvSpPr>
              <a:spLocks noChangeShapeType="1"/>
            </p:cNvSpPr>
            <p:nvPr userDrawn="1"/>
          </p:nvSpPr>
          <p:spPr bwMode="auto">
            <a:xfrm>
              <a:off x="88150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48" name="Line 99" hidden="1"/>
            <p:cNvSpPr>
              <a:spLocks noChangeShapeType="1"/>
            </p:cNvSpPr>
            <p:nvPr userDrawn="1"/>
          </p:nvSpPr>
          <p:spPr bwMode="auto">
            <a:xfrm>
              <a:off x="73748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49" name="Line 99" hidden="1"/>
            <p:cNvSpPr>
              <a:spLocks noChangeShapeType="1"/>
            </p:cNvSpPr>
            <p:nvPr userDrawn="1"/>
          </p:nvSpPr>
          <p:spPr bwMode="auto">
            <a:xfrm>
              <a:off x="59347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50" name="Line 99" hidden="1"/>
            <p:cNvSpPr>
              <a:spLocks noChangeShapeType="1"/>
            </p:cNvSpPr>
            <p:nvPr userDrawn="1"/>
          </p:nvSpPr>
          <p:spPr bwMode="auto">
            <a:xfrm>
              <a:off x="361780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51" name="Line 99" hidden="1"/>
            <p:cNvSpPr>
              <a:spLocks noChangeShapeType="1"/>
            </p:cNvSpPr>
            <p:nvPr userDrawn="1"/>
          </p:nvSpPr>
          <p:spPr bwMode="auto">
            <a:xfrm>
              <a:off x="347379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52" name="Line 99" hidden="1"/>
            <p:cNvSpPr>
              <a:spLocks noChangeShapeType="1"/>
            </p:cNvSpPr>
            <p:nvPr userDrawn="1"/>
          </p:nvSpPr>
          <p:spPr bwMode="auto">
            <a:xfrm>
              <a:off x="332977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53" name="Line 99" hidden="1"/>
            <p:cNvSpPr>
              <a:spLocks noChangeShapeType="1"/>
            </p:cNvSpPr>
            <p:nvPr userDrawn="1"/>
          </p:nvSpPr>
          <p:spPr bwMode="auto">
            <a:xfrm>
              <a:off x="404985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54" name="Line 99" hidden="1"/>
            <p:cNvSpPr>
              <a:spLocks noChangeShapeType="1"/>
            </p:cNvSpPr>
            <p:nvPr userDrawn="1"/>
          </p:nvSpPr>
          <p:spPr bwMode="auto">
            <a:xfrm>
              <a:off x="390583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55" name="Line 99" hidden="1"/>
            <p:cNvSpPr>
              <a:spLocks noChangeShapeType="1"/>
            </p:cNvSpPr>
            <p:nvPr userDrawn="1"/>
          </p:nvSpPr>
          <p:spPr bwMode="auto">
            <a:xfrm>
              <a:off x="376182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56" name="Line 99" hidden="1"/>
            <p:cNvSpPr>
              <a:spLocks noChangeShapeType="1"/>
            </p:cNvSpPr>
            <p:nvPr userDrawn="1"/>
          </p:nvSpPr>
          <p:spPr bwMode="auto">
            <a:xfrm>
              <a:off x="448323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57" name="Line 99" hidden="1"/>
            <p:cNvSpPr>
              <a:spLocks noChangeShapeType="1"/>
            </p:cNvSpPr>
            <p:nvPr userDrawn="1"/>
          </p:nvSpPr>
          <p:spPr bwMode="auto">
            <a:xfrm>
              <a:off x="433922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58" name="Line 99" hidden="1"/>
            <p:cNvSpPr>
              <a:spLocks noChangeShapeType="1"/>
            </p:cNvSpPr>
            <p:nvPr userDrawn="1"/>
          </p:nvSpPr>
          <p:spPr bwMode="auto">
            <a:xfrm>
              <a:off x="419387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59" name="Line 99" hidden="1"/>
            <p:cNvSpPr>
              <a:spLocks noChangeShapeType="1"/>
            </p:cNvSpPr>
            <p:nvPr userDrawn="1"/>
          </p:nvSpPr>
          <p:spPr bwMode="auto">
            <a:xfrm>
              <a:off x="462725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60" name="Line 99" hidden="1"/>
            <p:cNvSpPr>
              <a:spLocks noChangeShapeType="1"/>
            </p:cNvSpPr>
            <p:nvPr userDrawn="1"/>
          </p:nvSpPr>
          <p:spPr bwMode="auto">
            <a:xfrm>
              <a:off x="923443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61" name="Line 99" hidden="1"/>
            <p:cNvSpPr>
              <a:spLocks noChangeShapeType="1"/>
            </p:cNvSpPr>
            <p:nvPr userDrawn="1"/>
          </p:nvSpPr>
          <p:spPr bwMode="auto">
            <a:xfrm>
              <a:off x="765025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62" name="Line 99" hidden="1"/>
            <p:cNvSpPr>
              <a:spLocks noChangeShapeType="1"/>
            </p:cNvSpPr>
            <p:nvPr userDrawn="1"/>
          </p:nvSpPr>
          <p:spPr bwMode="auto">
            <a:xfrm>
              <a:off x="750623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63" name="Line 99" hidden="1"/>
            <p:cNvSpPr>
              <a:spLocks noChangeShapeType="1"/>
            </p:cNvSpPr>
            <p:nvPr userDrawn="1"/>
          </p:nvSpPr>
          <p:spPr bwMode="auto">
            <a:xfrm>
              <a:off x="736222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64" name="Line 99" hidden="1"/>
            <p:cNvSpPr>
              <a:spLocks noChangeShapeType="1"/>
            </p:cNvSpPr>
            <p:nvPr userDrawn="1"/>
          </p:nvSpPr>
          <p:spPr bwMode="auto">
            <a:xfrm>
              <a:off x="721820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65" name="Line 99" hidden="1"/>
            <p:cNvSpPr>
              <a:spLocks noChangeShapeType="1"/>
            </p:cNvSpPr>
            <p:nvPr userDrawn="1"/>
          </p:nvSpPr>
          <p:spPr bwMode="auto">
            <a:xfrm>
              <a:off x="707419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66" name="Line 99" hidden="1"/>
            <p:cNvSpPr>
              <a:spLocks noChangeShapeType="1"/>
            </p:cNvSpPr>
            <p:nvPr userDrawn="1"/>
          </p:nvSpPr>
          <p:spPr bwMode="auto">
            <a:xfrm>
              <a:off x="693017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67" name="Line 99" hidden="1"/>
            <p:cNvSpPr>
              <a:spLocks noChangeShapeType="1"/>
            </p:cNvSpPr>
            <p:nvPr userDrawn="1"/>
          </p:nvSpPr>
          <p:spPr bwMode="auto">
            <a:xfrm>
              <a:off x="678615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68" name="Line 99" hidden="1"/>
            <p:cNvSpPr>
              <a:spLocks noChangeShapeType="1"/>
            </p:cNvSpPr>
            <p:nvPr userDrawn="1"/>
          </p:nvSpPr>
          <p:spPr bwMode="auto">
            <a:xfrm>
              <a:off x="664214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69" name="Line 99" hidden="1"/>
            <p:cNvSpPr>
              <a:spLocks noChangeShapeType="1"/>
            </p:cNvSpPr>
            <p:nvPr userDrawn="1"/>
          </p:nvSpPr>
          <p:spPr bwMode="auto">
            <a:xfrm>
              <a:off x="649812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70" name="Line 99" hidden="1"/>
            <p:cNvSpPr>
              <a:spLocks noChangeShapeType="1"/>
            </p:cNvSpPr>
            <p:nvPr userDrawn="1"/>
          </p:nvSpPr>
          <p:spPr bwMode="auto">
            <a:xfrm>
              <a:off x="635411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71" name="Line 99" hidden="1"/>
            <p:cNvSpPr>
              <a:spLocks noChangeShapeType="1"/>
            </p:cNvSpPr>
            <p:nvPr userDrawn="1"/>
          </p:nvSpPr>
          <p:spPr bwMode="auto">
            <a:xfrm>
              <a:off x="621009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72" name="Line 99" hidden="1"/>
            <p:cNvSpPr>
              <a:spLocks noChangeShapeType="1"/>
            </p:cNvSpPr>
            <p:nvPr userDrawn="1"/>
          </p:nvSpPr>
          <p:spPr bwMode="auto">
            <a:xfrm>
              <a:off x="606607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73" name="Line 99" hidden="1"/>
            <p:cNvSpPr>
              <a:spLocks noChangeShapeType="1"/>
            </p:cNvSpPr>
            <p:nvPr userDrawn="1"/>
          </p:nvSpPr>
          <p:spPr bwMode="auto">
            <a:xfrm>
              <a:off x="592206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74" name="Line 99" hidden="1"/>
            <p:cNvSpPr>
              <a:spLocks noChangeShapeType="1"/>
            </p:cNvSpPr>
            <p:nvPr userDrawn="1"/>
          </p:nvSpPr>
          <p:spPr bwMode="auto">
            <a:xfrm>
              <a:off x="577804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75" name="Line 99" hidden="1"/>
            <p:cNvSpPr>
              <a:spLocks noChangeShapeType="1"/>
            </p:cNvSpPr>
            <p:nvPr userDrawn="1"/>
          </p:nvSpPr>
          <p:spPr bwMode="auto">
            <a:xfrm>
              <a:off x="563403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76" name="Line 99" hidden="1"/>
            <p:cNvSpPr>
              <a:spLocks noChangeShapeType="1"/>
            </p:cNvSpPr>
            <p:nvPr userDrawn="1"/>
          </p:nvSpPr>
          <p:spPr bwMode="auto">
            <a:xfrm>
              <a:off x="549001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77" name="Line 99" hidden="1"/>
            <p:cNvSpPr>
              <a:spLocks noChangeShapeType="1"/>
            </p:cNvSpPr>
            <p:nvPr userDrawn="1"/>
          </p:nvSpPr>
          <p:spPr bwMode="auto">
            <a:xfrm>
              <a:off x="534599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78" name="Line 99" hidden="1"/>
            <p:cNvSpPr>
              <a:spLocks noChangeShapeType="1"/>
            </p:cNvSpPr>
            <p:nvPr userDrawn="1"/>
          </p:nvSpPr>
          <p:spPr bwMode="auto">
            <a:xfrm>
              <a:off x="520198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79" name="Line 99" hidden="1"/>
            <p:cNvSpPr>
              <a:spLocks noChangeShapeType="1"/>
            </p:cNvSpPr>
            <p:nvPr userDrawn="1"/>
          </p:nvSpPr>
          <p:spPr bwMode="auto">
            <a:xfrm>
              <a:off x="505796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80" name="Line 99" hidden="1"/>
            <p:cNvSpPr>
              <a:spLocks noChangeShapeType="1"/>
            </p:cNvSpPr>
            <p:nvPr userDrawn="1"/>
          </p:nvSpPr>
          <p:spPr bwMode="auto">
            <a:xfrm>
              <a:off x="808230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81" name="Line 99" hidden="1"/>
            <p:cNvSpPr>
              <a:spLocks noChangeShapeType="1"/>
            </p:cNvSpPr>
            <p:nvPr userDrawn="1"/>
          </p:nvSpPr>
          <p:spPr bwMode="auto">
            <a:xfrm>
              <a:off x="793828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82" name="Line 99" hidden="1"/>
            <p:cNvSpPr>
              <a:spLocks noChangeShapeType="1"/>
            </p:cNvSpPr>
            <p:nvPr userDrawn="1"/>
          </p:nvSpPr>
          <p:spPr bwMode="auto">
            <a:xfrm>
              <a:off x="779427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83" name="Line 99" hidden="1"/>
            <p:cNvSpPr>
              <a:spLocks noChangeShapeType="1"/>
            </p:cNvSpPr>
            <p:nvPr userDrawn="1"/>
          </p:nvSpPr>
          <p:spPr bwMode="auto">
            <a:xfrm>
              <a:off x="851435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84" name="Line 99" hidden="1"/>
            <p:cNvSpPr>
              <a:spLocks noChangeShapeType="1"/>
            </p:cNvSpPr>
            <p:nvPr userDrawn="1"/>
          </p:nvSpPr>
          <p:spPr bwMode="auto">
            <a:xfrm>
              <a:off x="837033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85" name="Line 99" hidden="1"/>
            <p:cNvSpPr>
              <a:spLocks noChangeShapeType="1"/>
            </p:cNvSpPr>
            <p:nvPr userDrawn="1"/>
          </p:nvSpPr>
          <p:spPr bwMode="auto">
            <a:xfrm>
              <a:off x="822631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86" name="Line 99" hidden="1"/>
            <p:cNvSpPr>
              <a:spLocks noChangeShapeType="1"/>
            </p:cNvSpPr>
            <p:nvPr userDrawn="1"/>
          </p:nvSpPr>
          <p:spPr bwMode="auto">
            <a:xfrm>
              <a:off x="894639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87" name="Line 99" hidden="1"/>
            <p:cNvSpPr>
              <a:spLocks noChangeShapeType="1"/>
            </p:cNvSpPr>
            <p:nvPr userDrawn="1"/>
          </p:nvSpPr>
          <p:spPr bwMode="auto">
            <a:xfrm>
              <a:off x="880238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88" name="Line 99" hidden="1"/>
            <p:cNvSpPr>
              <a:spLocks noChangeShapeType="1"/>
            </p:cNvSpPr>
            <p:nvPr userDrawn="1"/>
          </p:nvSpPr>
          <p:spPr bwMode="auto">
            <a:xfrm>
              <a:off x="865836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89" name="Line 99" hidden="1"/>
            <p:cNvSpPr>
              <a:spLocks noChangeShapeType="1"/>
            </p:cNvSpPr>
            <p:nvPr userDrawn="1"/>
          </p:nvSpPr>
          <p:spPr bwMode="auto">
            <a:xfrm>
              <a:off x="909041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90" name="Line 99" hidden="1"/>
            <p:cNvSpPr>
              <a:spLocks noChangeShapeType="1"/>
            </p:cNvSpPr>
            <p:nvPr userDrawn="1"/>
          </p:nvSpPr>
          <p:spPr bwMode="auto">
            <a:xfrm rot="5400000" flipH="1">
              <a:off x="4913950" y="-394361"/>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91" name="Line 99" hidden="1"/>
            <p:cNvSpPr>
              <a:spLocks noChangeShapeType="1"/>
            </p:cNvSpPr>
            <p:nvPr userDrawn="1"/>
          </p:nvSpPr>
          <p:spPr bwMode="auto">
            <a:xfrm rot="5400000" flipH="1">
              <a:off x="4913950" y="-250346"/>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92" name="Line 99" hidden="1"/>
            <p:cNvSpPr>
              <a:spLocks noChangeShapeType="1"/>
            </p:cNvSpPr>
            <p:nvPr userDrawn="1"/>
          </p:nvSpPr>
          <p:spPr bwMode="auto">
            <a:xfrm rot="5400000" flipH="1">
              <a:off x="4913950" y="-106330"/>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93" name="Line 99" hidden="1"/>
            <p:cNvSpPr>
              <a:spLocks noChangeShapeType="1"/>
            </p:cNvSpPr>
            <p:nvPr userDrawn="1"/>
          </p:nvSpPr>
          <p:spPr bwMode="auto">
            <a:xfrm rot="5400000" flipH="1">
              <a:off x="4913950" y="37686"/>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94" name="Line 99" hidden="1"/>
            <p:cNvSpPr>
              <a:spLocks noChangeShapeType="1"/>
            </p:cNvSpPr>
            <p:nvPr userDrawn="1"/>
          </p:nvSpPr>
          <p:spPr bwMode="auto">
            <a:xfrm rot="5400000" flipH="1">
              <a:off x="4913950" y="181702"/>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95" name="Line 99" hidden="1"/>
            <p:cNvSpPr>
              <a:spLocks noChangeShapeType="1"/>
            </p:cNvSpPr>
            <p:nvPr userDrawn="1"/>
          </p:nvSpPr>
          <p:spPr bwMode="auto">
            <a:xfrm rot="5400000" flipH="1">
              <a:off x="4913950" y="325718"/>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96" name="Line 99" hidden="1"/>
            <p:cNvSpPr>
              <a:spLocks noChangeShapeType="1"/>
            </p:cNvSpPr>
            <p:nvPr userDrawn="1"/>
          </p:nvSpPr>
          <p:spPr bwMode="auto">
            <a:xfrm rot="5400000" flipH="1">
              <a:off x="4913950" y="469734"/>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97" name="Line 99" hidden="1"/>
            <p:cNvSpPr>
              <a:spLocks noChangeShapeType="1"/>
            </p:cNvSpPr>
            <p:nvPr userDrawn="1"/>
          </p:nvSpPr>
          <p:spPr bwMode="auto">
            <a:xfrm rot="5400000" flipH="1">
              <a:off x="4913950" y="613750"/>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98" name="Line 99" hidden="1"/>
            <p:cNvSpPr>
              <a:spLocks noChangeShapeType="1"/>
            </p:cNvSpPr>
            <p:nvPr userDrawn="1"/>
          </p:nvSpPr>
          <p:spPr bwMode="auto">
            <a:xfrm rot="5400000" flipH="1">
              <a:off x="4913950" y="757766"/>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099" name="Line 99" hidden="1"/>
            <p:cNvSpPr>
              <a:spLocks noChangeShapeType="1"/>
            </p:cNvSpPr>
            <p:nvPr userDrawn="1"/>
          </p:nvSpPr>
          <p:spPr bwMode="auto">
            <a:xfrm rot="5400000" flipH="1">
              <a:off x="4913950" y="901783"/>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00" name="Line 99" hidden="1"/>
            <p:cNvSpPr>
              <a:spLocks noChangeShapeType="1"/>
            </p:cNvSpPr>
            <p:nvPr userDrawn="1"/>
          </p:nvSpPr>
          <p:spPr bwMode="auto">
            <a:xfrm rot="5400000" flipH="1">
              <a:off x="4913950" y="1045798"/>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01" name="Line 99" hidden="1"/>
            <p:cNvSpPr>
              <a:spLocks noChangeShapeType="1"/>
            </p:cNvSpPr>
            <p:nvPr userDrawn="1"/>
          </p:nvSpPr>
          <p:spPr bwMode="auto">
            <a:xfrm rot="5400000" flipH="1">
              <a:off x="4913950" y="1189814"/>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02" name="Line 99" hidden="1"/>
            <p:cNvSpPr>
              <a:spLocks noChangeShapeType="1"/>
            </p:cNvSpPr>
            <p:nvPr userDrawn="1"/>
          </p:nvSpPr>
          <p:spPr bwMode="auto">
            <a:xfrm rot="5400000" flipH="1">
              <a:off x="4913950" y="1333830"/>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03" name="Line 99" hidden="1"/>
            <p:cNvSpPr>
              <a:spLocks noChangeShapeType="1"/>
            </p:cNvSpPr>
            <p:nvPr userDrawn="1"/>
          </p:nvSpPr>
          <p:spPr bwMode="auto">
            <a:xfrm rot="5400000" flipH="1">
              <a:off x="4913950" y="1477846"/>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04" name="Line 99" hidden="1"/>
            <p:cNvSpPr>
              <a:spLocks noChangeShapeType="1"/>
            </p:cNvSpPr>
            <p:nvPr userDrawn="1"/>
          </p:nvSpPr>
          <p:spPr bwMode="auto">
            <a:xfrm rot="5400000" flipH="1">
              <a:off x="4913950" y="1621862"/>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05" name="Line 99" hidden="1"/>
            <p:cNvSpPr>
              <a:spLocks noChangeShapeType="1"/>
            </p:cNvSpPr>
            <p:nvPr userDrawn="1"/>
          </p:nvSpPr>
          <p:spPr bwMode="auto">
            <a:xfrm rot="5400000" flipH="1">
              <a:off x="4913950" y="1765878"/>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06" name="Line 99" hidden="1"/>
            <p:cNvSpPr>
              <a:spLocks noChangeShapeType="1"/>
            </p:cNvSpPr>
            <p:nvPr userDrawn="1"/>
          </p:nvSpPr>
          <p:spPr bwMode="auto">
            <a:xfrm rot="5400000" flipH="1">
              <a:off x="4913950" y="1909894"/>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07" name="Line 99" hidden="1"/>
            <p:cNvSpPr>
              <a:spLocks noChangeShapeType="1"/>
            </p:cNvSpPr>
            <p:nvPr userDrawn="1"/>
          </p:nvSpPr>
          <p:spPr bwMode="auto">
            <a:xfrm rot="5400000" flipH="1">
              <a:off x="4913950" y="2053910"/>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08" name="Line 99" hidden="1"/>
            <p:cNvSpPr>
              <a:spLocks noChangeShapeType="1"/>
            </p:cNvSpPr>
            <p:nvPr userDrawn="1"/>
          </p:nvSpPr>
          <p:spPr bwMode="auto">
            <a:xfrm rot="5400000" flipH="1">
              <a:off x="4913950" y="-682394"/>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09" name="Line 99" hidden="1"/>
            <p:cNvSpPr>
              <a:spLocks noChangeShapeType="1"/>
            </p:cNvSpPr>
            <p:nvPr userDrawn="1"/>
          </p:nvSpPr>
          <p:spPr bwMode="auto">
            <a:xfrm rot="5400000" flipH="1">
              <a:off x="4913950" y="-826410"/>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10" name="Line 99" hidden="1"/>
            <p:cNvSpPr>
              <a:spLocks noChangeShapeType="1"/>
            </p:cNvSpPr>
            <p:nvPr userDrawn="1"/>
          </p:nvSpPr>
          <p:spPr bwMode="auto">
            <a:xfrm rot="5400000" flipH="1">
              <a:off x="4913950" y="-970425"/>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11" name="Line 99" hidden="1"/>
            <p:cNvSpPr>
              <a:spLocks noChangeShapeType="1"/>
            </p:cNvSpPr>
            <p:nvPr userDrawn="1"/>
          </p:nvSpPr>
          <p:spPr bwMode="auto">
            <a:xfrm rot="5400000" flipH="1">
              <a:off x="4913950" y="-1114441"/>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12" name="Line 99" hidden="1"/>
            <p:cNvSpPr>
              <a:spLocks noChangeShapeType="1"/>
            </p:cNvSpPr>
            <p:nvPr userDrawn="1"/>
          </p:nvSpPr>
          <p:spPr bwMode="auto">
            <a:xfrm rot="5400000" flipH="1">
              <a:off x="4913950" y="-1258457"/>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13" name="Line 99" hidden="1"/>
            <p:cNvSpPr>
              <a:spLocks noChangeShapeType="1"/>
            </p:cNvSpPr>
            <p:nvPr userDrawn="1"/>
          </p:nvSpPr>
          <p:spPr bwMode="auto">
            <a:xfrm rot="5400000" flipH="1">
              <a:off x="4913950" y="-1402473"/>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14" name="Line 99" hidden="1"/>
            <p:cNvSpPr>
              <a:spLocks noChangeShapeType="1"/>
            </p:cNvSpPr>
            <p:nvPr userDrawn="1"/>
          </p:nvSpPr>
          <p:spPr bwMode="auto">
            <a:xfrm rot="5400000" flipH="1">
              <a:off x="4913950" y="-1546489"/>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15" name="Line 99" hidden="1"/>
            <p:cNvSpPr>
              <a:spLocks noChangeShapeType="1"/>
            </p:cNvSpPr>
            <p:nvPr userDrawn="1"/>
          </p:nvSpPr>
          <p:spPr bwMode="auto">
            <a:xfrm rot="5400000" flipH="1">
              <a:off x="4913950" y="-1690505"/>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16" name="Line 99" hidden="1"/>
            <p:cNvSpPr>
              <a:spLocks noChangeShapeType="1"/>
            </p:cNvSpPr>
            <p:nvPr userDrawn="1"/>
          </p:nvSpPr>
          <p:spPr bwMode="auto">
            <a:xfrm rot="5400000" flipH="1">
              <a:off x="4913950" y="-1834521"/>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17" name="Line 99" hidden="1"/>
            <p:cNvSpPr>
              <a:spLocks noChangeShapeType="1"/>
            </p:cNvSpPr>
            <p:nvPr userDrawn="1"/>
          </p:nvSpPr>
          <p:spPr bwMode="auto">
            <a:xfrm rot="5400000" flipH="1">
              <a:off x="4913950" y="-1978537"/>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18" name="Line 99" hidden="1"/>
            <p:cNvSpPr>
              <a:spLocks noChangeShapeType="1"/>
            </p:cNvSpPr>
            <p:nvPr userDrawn="1"/>
          </p:nvSpPr>
          <p:spPr bwMode="auto">
            <a:xfrm rot="5400000" flipH="1">
              <a:off x="4913951" y="-2122554"/>
              <a:ext cx="0" cy="8928993"/>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19" name="Line 99" hidden="1"/>
            <p:cNvSpPr>
              <a:spLocks noChangeShapeType="1"/>
            </p:cNvSpPr>
            <p:nvPr userDrawn="1"/>
          </p:nvSpPr>
          <p:spPr bwMode="auto">
            <a:xfrm rot="5400000" flipH="1">
              <a:off x="4913951" y="-2266570"/>
              <a:ext cx="0" cy="8928993"/>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20" name="Line 99" hidden="1"/>
            <p:cNvSpPr>
              <a:spLocks noChangeShapeType="1"/>
            </p:cNvSpPr>
            <p:nvPr userDrawn="1"/>
          </p:nvSpPr>
          <p:spPr bwMode="auto">
            <a:xfrm rot="5400000" flipH="1">
              <a:off x="4913951" y="-2410587"/>
              <a:ext cx="0" cy="8928993"/>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21" name="Line 99" hidden="1"/>
            <p:cNvSpPr>
              <a:spLocks noChangeShapeType="1"/>
            </p:cNvSpPr>
            <p:nvPr userDrawn="1"/>
          </p:nvSpPr>
          <p:spPr bwMode="auto">
            <a:xfrm rot="5400000" flipH="1">
              <a:off x="4913951" y="-2554603"/>
              <a:ext cx="0" cy="8928993"/>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22" name="Line 99" hidden="1"/>
            <p:cNvSpPr>
              <a:spLocks noChangeShapeType="1"/>
            </p:cNvSpPr>
            <p:nvPr userDrawn="1"/>
          </p:nvSpPr>
          <p:spPr bwMode="auto">
            <a:xfrm rot="5400000" flipH="1">
              <a:off x="4913951" y="-2698619"/>
              <a:ext cx="0" cy="8928993"/>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23" name="Line 99" hidden="1"/>
            <p:cNvSpPr>
              <a:spLocks noChangeShapeType="1"/>
            </p:cNvSpPr>
            <p:nvPr userDrawn="1"/>
          </p:nvSpPr>
          <p:spPr bwMode="auto">
            <a:xfrm rot="5400000" flipH="1">
              <a:off x="4913951" y="-2842635"/>
              <a:ext cx="0" cy="8928993"/>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24" name="Line 99" hidden="1"/>
            <p:cNvSpPr>
              <a:spLocks noChangeShapeType="1"/>
            </p:cNvSpPr>
            <p:nvPr userDrawn="1"/>
          </p:nvSpPr>
          <p:spPr bwMode="auto">
            <a:xfrm rot="5400000" flipH="1">
              <a:off x="4913951" y="-2986651"/>
              <a:ext cx="0" cy="8928993"/>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25" name="Line 99" hidden="1"/>
            <p:cNvSpPr>
              <a:spLocks noChangeShapeType="1"/>
            </p:cNvSpPr>
            <p:nvPr userDrawn="1"/>
          </p:nvSpPr>
          <p:spPr bwMode="auto">
            <a:xfrm rot="5400000" flipH="1">
              <a:off x="4913951" y="-3130667"/>
              <a:ext cx="0" cy="8928993"/>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26" name="Line 99" hidden="1"/>
            <p:cNvSpPr>
              <a:spLocks noChangeShapeType="1"/>
            </p:cNvSpPr>
            <p:nvPr userDrawn="1"/>
          </p:nvSpPr>
          <p:spPr bwMode="auto">
            <a:xfrm>
              <a:off x="4913950" y="1189814"/>
              <a:ext cx="0" cy="5472608"/>
            </a:xfrm>
            <a:prstGeom prst="line">
              <a:avLst/>
            </a:prstGeom>
            <a:noFill/>
            <a:ln w="9525">
              <a:solidFill>
                <a:srgbClr val="C0C0C0"/>
              </a:solidFill>
              <a:round/>
            </a:ln>
            <a:extLst>
              <a:ext uri="{909E8E84-426E-40DD-AFC4-6F175D3DCCD1}">
                <a14:hiddenFill xmlns:a14="http://schemas.microsoft.com/office/drawing/2010/main">
                  <a:noFill/>
                </a14:hiddenFill>
              </a:ext>
            </a:extLst>
          </p:spPr>
          <p:txBody>
            <a:bodyPr/>
            <a:lstStyle/>
            <a:p>
              <a:endParaRPr lang="ja-JP" altLang="en-US" sz="1635"/>
            </a:p>
          </p:txBody>
        </p:sp>
        <p:sp>
          <p:nvSpPr>
            <p:cNvPr id="1127" name="正方形/長方形 336" hidden="1"/>
            <p:cNvSpPr>
              <a:spLocks noChangeArrowheads="1"/>
            </p:cNvSpPr>
            <p:nvPr userDrawn="1"/>
          </p:nvSpPr>
          <p:spPr bwMode="auto">
            <a:xfrm>
              <a:off x="449454" y="1189814"/>
              <a:ext cx="8928992" cy="5472608"/>
            </a:xfrm>
            <a:prstGeom prst="rect">
              <a:avLst/>
            </a:prstGeom>
            <a:noFill/>
            <a:ln w="9525">
              <a:solidFill>
                <a:srgbClr val="C0C0C0"/>
              </a:solidFill>
              <a:round/>
            </a:ln>
            <a:extLst>
              <a:ext uri="{909E8E84-426E-40DD-AFC4-6F175D3DCCD1}">
                <a14:hiddenFill xmlns:a14="http://schemas.microsoft.com/office/drawing/2010/main">
                  <a:solidFill>
                    <a:srgbClr val="FFFFFF"/>
                  </a:solidFill>
                </a14:hiddenFill>
              </a:ext>
            </a:extLst>
          </p:spPr>
          <p:txBody>
            <a:bodyPr/>
            <a:lstStyle>
              <a:lvl1pPr defTabSz="987425">
                <a:defRPr kumimoji="1" sz="2000">
                  <a:solidFill>
                    <a:schemeClr val="tx1"/>
                  </a:solidFill>
                  <a:latin typeface="Calibri" panose="020F0502020204030204" pitchFamily="34" charset="0"/>
                  <a:ea typeface="ＭＳ Ｐゴシック" panose="020B0600070205080204" pitchFamily="50" charset="-128"/>
                </a:defRPr>
              </a:lvl1pPr>
              <a:lvl2pPr marL="742950" indent="-285750" defTabSz="987425">
                <a:defRPr kumimoji="1" sz="2000">
                  <a:solidFill>
                    <a:schemeClr val="tx1"/>
                  </a:solidFill>
                  <a:latin typeface="Calibri" panose="020F0502020204030204" pitchFamily="34" charset="0"/>
                  <a:ea typeface="ＭＳ Ｐゴシック" panose="020B0600070205080204" pitchFamily="50" charset="-128"/>
                </a:defRPr>
              </a:lvl2pPr>
              <a:lvl3pPr marL="1143000" indent="-228600" defTabSz="987425">
                <a:defRPr kumimoji="1" sz="2000">
                  <a:solidFill>
                    <a:schemeClr val="tx1"/>
                  </a:solidFill>
                  <a:latin typeface="Calibri" panose="020F0502020204030204" pitchFamily="34" charset="0"/>
                  <a:ea typeface="ＭＳ Ｐゴシック" panose="020B0600070205080204" pitchFamily="50" charset="-128"/>
                </a:defRPr>
              </a:lvl3pPr>
              <a:lvl4pPr marL="1600200" indent="-228600" defTabSz="987425">
                <a:defRPr kumimoji="1" sz="2000">
                  <a:solidFill>
                    <a:schemeClr val="tx1"/>
                  </a:solidFill>
                  <a:latin typeface="Calibri" panose="020F0502020204030204" pitchFamily="34" charset="0"/>
                  <a:ea typeface="ＭＳ Ｐゴシック" panose="020B0600070205080204" pitchFamily="50" charset="-128"/>
                </a:defRPr>
              </a:lvl4pPr>
              <a:lvl5pPr marL="2057400" indent="-228600" defTabSz="987425">
                <a:defRPr kumimoji="1" sz="2000">
                  <a:solidFill>
                    <a:schemeClr val="tx1"/>
                  </a:solidFill>
                  <a:latin typeface="Calibri" panose="020F0502020204030204" pitchFamily="34" charset="0"/>
                  <a:ea typeface="ＭＳ Ｐゴシック" panose="020B0600070205080204" pitchFamily="50" charset="-128"/>
                </a:defRPr>
              </a:lvl5pPr>
              <a:lvl6pPr marL="2514600" indent="-228600" defTabSz="987425" fontAlgn="base">
                <a:spcBef>
                  <a:spcPct val="0"/>
                </a:spcBef>
                <a:spcAft>
                  <a:spcPct val="0"/>
                </a:spcAft>
                <a:defRPr kumimoji="1" sz="2000">
                  <a:solidFill>
                    <a:schemeClr val="tx1"/>
                  </a:solidFill>
                  <a:latin typeface="Calibri" panose="020F0502020204030204" pitchFamily="34" charset="0"/>
                  <a:ea typeface="ＭＳ Ｐゴシック" panose="020B0600070205080204" pitchFamily="50" charset="-128"/>
                </a:defRPr>
              </a:lvl6pPr>
              <a:lvl7pPr marL="2971800" indent="-228600" defTabSz="987425" fontAlgn="base">
                <a:spcBef>
                  <a:spcPct val="0"/>
                </a:spcBef>
                <a:spcAft>
                  <a:spcPct val="0"/>
                </a:spcAft>
                <a:defRPr kumimoji="1" sz="2000">
                  <a:solidFill>
                    <a:schemeClr val="tx1"/>
                  </a:solidFill>
                  <a:latin typeface="Calibri" panose="020F0502020204030204" pitchFamily="34" charset="0"/>
                  <a:ea typeface="ＭＳ Ｐゴシック" panose="020B0600070205080204" pitchFamily="50" charset="-128"/>
                </a:defRPr>
              </a:lvl7pPr>
              <a:lvl8pPr marL="3429000" indent="-228600" defTabSz="987425" fontAlgn="base">
                <a:spcBef>
                  <a:spcPct val="0"/>
                </a:spcBef>
                <a:spcAft>
                  <a:spcPct val="0"/>
                </a:spcAft>
                <a:defRPr kumimoji="1" sz="2000">
                  <a:solidFill>
                    <a:schemeClr val="tx1"/>
                  </a:solidFill>
                  <a:latin typeface="Calibri" panose="020F0502020204030204" pitchFamily="34" charset="0"/>
                  <a:ea typeface="ＭＳ Ｐゴシック" panose="020B0600070205080204" pitchFamily="50" charset="-128"/>
                </a:defRPr>
              </a:lvl8pPr>
              <a:lvl9pPr marL="3886200" indent="-228600" defTabSz="987425" fontAlgn="base">
                <a:spcBef>
                  <a:spcPct val="0"/>
                </a:spcBef>
                <a:spcAft>
                  <a:spcPct val="0"/>
                </a:spcAft>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endParaRPr lang="ja-JP" altLang="en-US" sz="1725"/>
            </a:p>
          </p:txBody>
        </p:sp>
        <p:sp>
          <p:nvSpPr>
            <p:cNvPr id="1128" name="Line 99" hidden="1"/>
            <p:cNvSpPr>
              <a:spLocks noChangeShapeType="1"/>
            </p:cNvSpPr>
            <p:nvPr userDrawn="1"/>
          </p:nvSpPr>
          <p:spPr bwMode="auto">
            <a:xfrm rot="5400000" flipH="1">
              <a:off x="4913950" y="-538377"/>
              <a:ext cx="0" cy="8928991"/>
            </a:xfrm>
            <a:prstGeom prst="line">
              <a:avLst/>
            </a:prstGeom>
            <a:noFill/>
            <a:ln w="9525">
              <a:solidFill>
                <a:srgbClr val="C0C0C0"/>
              </a:solidFill>
              <a:round/>
            </a:ln>
            <a:extLst>
              <a:ext uri="{909E8E84-426E-40DD-AFC4-6F175D3DCCD1}">
                <a14:hiddenFill xmlns:a14="http://schemas.microsoft.com/office/drawing/2010/main">
                  <a:noFill/>
                </a14:hiddenFill>
              </a:ext>
            </a:extLst>
          </p:spPr>
          <p:txBody>
            <a:bodyPr/>
            <a:lstStyle/>
            <a:p>
              <a:endParaRPr lang="ja-JP" altLang="en-US" sz="1635"/>
            </a:p>
          </p:txBody>
        </p:sp>
      </p:grpSp>
      <p:sp>
        <p:nvSpPr>
          <p:cNvPr id="341" name="スライド番号プレースホルダ 5"/>
          <p:cNvSpPr>
            <a:spLocks noGrp="1"/>
          </p:cNvSpPr>
          <p:nvPr>
            <p:ph type="sldNum" sz="quarter" idx="4"/>
          </p:nvPr>
        </p:nvSpPr>
        <p:spPr>
          <a:xfrm>
            <a:off x="11402851" y="6498038"/>
            <a:ext cx="358375" cy="195819"/>
          </a:xfrm>
          <a:prstGeom prst="rect">
            <a:avLst/>
          </a:prstGeom>
        </p:spPr>
        <p:txBody>
          <a:bodyPr vert="horz" wrap="none" lIns="0" tIns="0" rIns="0" bIns="0" rtlCol="0" anchor="ctr">
            <a:noAutofit/>
          </a:bodyPr>
          <a:lstStyle>
            <a:lvl1pPr algn="r" defTabSz="946150" eaLnBrk="1" fontAlgn="auto" hangingPunct="1">
              <a:spcBef>
                <a:spcPts val="0"/>
              </a:spcBef>
              <a:spcAft>
                <a:spcPts val="0"/>
              </a:spcAft>
              <a:defRPr sz="905" smtClean="0">
                <a:solidFill>
                  <a:srgbClr val="000000"/>
                </a:solidFill>
                <a:latin typeface="Arial" panose="020B0604020202020204" pitchFamily="34" charset="0"/>
                <a:ea typeface="ＭＳ Ｐゴシック" panose="020B0600070205080204" pitchFamily="50" charset="-128"/>
                <a:cs typeface="Arial" panose="020B0604020202020204" pitchFamily="34" charset="0"/>
              </a:defRPr>
            </a:lvl1pPr>
          </a:lstStyle>
          <a:p>
            <a:fld id="{A368BDF0-FFCB-47A5-9A7B-CAC1F6FE8E31}" type="slidenum">
              <a:rPr kumimoji="1" lang="ja-JP" altLang="en-US" smtClean="0"/>
              <a:t>‹#›</a:t>
            </a:fld>
            <a:endParaRPr kumimoji="1" lang="ja-JP" altLang="en-US"/>
          </a:p>
        </p:txBody>
      </p:sp>
      <p:sp>
        <p:nvSpPr>
          <p:cNvPr id="1029" name="タイトル プレースホルダ 1"/>
          <p:cNvSpPr>
            <a:spLocks noGrp="1"/>
          </p:cNvSpPr>
          <p:nvPr>
            <p:ph type="title"/>
          </p:nvPr>
        </p:nvSpPr>
        <p:spPr bwMode="auto">
          <a:xfrm>
            <a:off x="676932" y="424756"/>
            <a:ext cx="10836328" cy="39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p>
            <a:pPr lvl="0"/>
            <a:r>
              <a:rPr lang="ja-JP" altLang="en-US"/>
              <a:t>マスタ タイトルの書式設定</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46150" rtl="0" eaLnBrk="1" fontAlgn="base" hangingPunct="1">
        <a:spcBef>
          <a:spcPct val="0"/>
        </a:spcBef>
        <a:spcAft>
          <a:spcPct val="0"/>
        </a:spcAft>
        <a:defRPr kumimoji="1" sz="2175" b="1" kern="1200">
          <a:solidFill>
            <a:srgbClr val="000000"/>
          </a:solidFill>
          <a:latin typeface="ＭＳ Ｐゴシック" panose="020B0600070205080204" pitchFamily="50" charset="-128"/>
          <a:ea typeface="ＭＳ Ｐゴシック" panose="020B0600070205080204" pitchFamily="50" charset="-128"/>
          <a:cs typeface="ＭＳ Ｐゴシック" panose="020B0600070205080204" pitchFamily="50" charset="-128"/>
        </a:defRPr>
      </a:lvl1pPr>
      <a:lvl2pPr algn="l" defTabSz="946150" rtl="0" eaLnBrk="1" fontAlgn="base" hangingPunct="1">
        <a:spcBef>
          <a:spcPct val="0"/>
        </a:spcBef>
        <a:spcAft>
          <a:spcPct val="0"/>
        </a:spcAft>
        <a:defRPr kumimoji="1" sz="2175" b="1">
          <a:solidFill>
            <a:srgbClr val="000000"/>
          </a:solidFill>
          <a:latin typeface="ＭＳ Ｐゴシック" panose="020B0600070205080204" pitchFamily="50" charset="-128"/>
          <a:ea typeface="ＭＳ Ｐゴシック" panose="020B0600070205080204" pitchFamily="50" charset="-128"/>
        </a:defRPr>
      </a:lvl2pPr>
      <a:lvl3pPr algn="l" defTabSz="946150" rtl="0" eaLnBrk="1" fontAlgn="base" hangingPunct="1">
        <a:spcBef>
          <a:spcPct val="0"/>
        </a:spcBef>
        <a:spcAft>
          <a:spcPct val="0"/>
        </a:spcAft>
        <a:defRPr kumimoji="1" sz="2175" b="1">
          <a:solidFill>
            <a:srgbClr val="000000"/>
          </a:solidFill>
          <a:latin typeface="ＭＳ Ｐゴシック" panose="020B0600070205080204" pitchFamily="50" charset="-128"/>
          <a:ea typeface="ＭＳ Ｐゴシック" panose="020B0600070205080204" pitchFamily="50" charset="-128"/>
        </a:defRPr>
      </a:lvl3pPr>
      <a:lvl4pPr algn="l" defTabSz="946150" rtl="0" eaLnBrk="1" fontAlgn="base" hangingPunct="1">
        <a:spcBef>
          <a:spcPct val="0"/>
        </a:spcBef>
        <a:spcAft>
          <a:spcPct val="0"/>
        </a:spcAft>
        <a:defRPr kumimoji="1" sz="2175" b="1">
          <a:solidFill>
            <a:srgbClr val="000000"/>
          </a:solidFill>
          <a:latin typeface="ＭＳ Ｐゴシック" panose="020B0600070205080204" pitchFamily="50" charset="-128"/>
          <a:ea typeface="ＭＳ Ｐゴシック" panose="020B0600070205080204" pitchFamily="50" charset="-128"/>
        </a:defRPr>
      </a:lvl4pPr>
      <a:lvl5pPr algn="l" defTabSz="946150" rtl="0" eaLnBrk="1" fontAlgn="base" hangingPunct="1">
        <a:spcBef>
          <a:spcPct val="0"/>
        </a:spcBef>
        <a:spcAft>
          <a:spcPct val="0"/>
        </a:spcAft>
        <a:defRPr kumimoji="1" sz="2175" b="1">
          <a:solidFill>
            <a:srgbClr val="000000"/>
          </a:solidFill>
          <a:latin typeface="ＭＳ Ｐゴシック" panose="020B0600070205080204" pitchFamily="50" charset="-128"/>
          <a:ea typeface="ＭＳ Ｐゴシック" panose="020B0600070205080204" pitchFamily="50" charset="-128"/>
        </a:defRPr>
      </a:lvl5pPr>
      <a:lvl6pPr marL="414655" algn="l" defTabSz="946150" rtl="0" eaLnBrk="1" fontAlgn="base" hangingPunct="1">
        <a:spcBef>
          <a:spcPct val="0"/>
        </a:spcBef>
        <a:spcAft>
          <a:spcPct val="0"/>
        </a:spcAft>
        <a:defRPr kumimoji="1" sz="2175" b="1">
          <a:solidFill>
            <a:srgbClr val="000000"/>
          </a:solidFill>
          <a:latin typeface="ＭＳ Ｐゴシック" panose="020B0600070205080204" pitchFamily="50" charset="-128"/>
          <a:ea typeface="ＭＳ Ｐゴシック" panose="020B0600070205080204" pitchFamily="50" charset="-128"/>
        </a:defRPr>
      </a:lvl6pPr>
      <a:lvl7pPr marL="829310" algn="l" defTabSz="946150" rtl="0" eaLnBrk="1" fontAlgn="base" hangingPunct="1">
        <a:spcBef>
          <a:spcPct val="0"/>
        </a:spcBef>
        <a:spcAft>
          <a:spcPct val="0"/>
        </a:spcAft>
        <a:defRPr kumimoji="1" sz="2175" b="1">
          <a:solidFill>
            <a:srgbClr val="000000"/>
          </a:solidFill>
          <a:latin typeface="ＭＳ Ｐゴシック" panose="020B0600070205080204" pitchFamily="50" charset="-128"/>
          <a:ea typeface="ＭＳ Ｐゴシック" panose="020B0600070205080204" pitchFamily="50" charset="-128"/>
        </a:defRPr>
      </a:lvl7pPr>
      <a:lvl8pPr marL="1243965" algn="l" defTabSz="946150" rtl="0" eaLnBrk="1" fontAlgn="base" hangingPunct="1">
        <a:spcBef>
          <a:spcPct val="0"/>
        </a:spcBef>
        <a:spcAft>
          <a:spcPct val="0"/>
        </a:spcAft>
        <a:defRPr kumimoji="1" sz="2175" b="1">
          <a:solidFill>
            <a:srgbClr val="000000"/>
          </a:solidFill>
          <a:latin typeface="ＭＳ Ｐゴシック" panose="020B0600070205080204" pitchFamily="50" charset="-128"/>
          <a:ea typeface="ＭＳ Ｐゴシック" panose="020B0600070205080204" pitchFamily="50" charset="-128"/>
        </a:defRPr>
      </a:lvl8pPr>
      <a:lvl9pPr marL="1658620" algn="l" defTabSz="946150" rtl="0" eaLnBrk="1" fontAlgn="base" hangingPunct="1">
        <a:spcBef>
          <a:spcPct val="0"/>
        </a:spcBef>
        <a:spcAft>
          <a:spcPct val="0"/>
        </a:spcAft>
        <a:defRPr kumimoji="1" sz="2175" b="1">
          <a:solidFill>
            <a:srgbClr val="000000"/>
          </a:solidFill>
          <a:latin typeface="ＭＳ Ｐゴシック" panose="020B0600070205080204" pitchFamily="50" charset="-128"/>
          <a:ea typeface="ＭＳ Ｐゴシック" panose="020B0600070205080204" pitchFamily="50" charset="-128"/>
        </a:defRPr>
      </a:lvl9pPr>
    </p:titleStyle>
    <p:bodyStyle>
      <a:lvl1pPr algn="l" defTabSz="946150" rtl="0" eaLnBrk="1" fontAlgn="base" hangingPunct="1">
        <a:spcBef>
          <a:spcPct val="20000"/>
        </a:spcBef>
        <a:spcAft>
          <a:spcPct val="0"/>
        </a:spcAft>
        <a:defRPr kumimoji="1" lang="ja-JP" altLang="en-US" sz="1905" b="1" kern="1200">
          <a:solidFill>
            <a:srgbClr val="000000"/>
          </a:solidFill>
          <a:latin typeface="+mn-ea"/>
          <a:ea typeface="+mn-ea"/>
          <a:cs typeface="+mn-cs"/>
        </a:defRPr>
      </a:lvl1pPr>
      <a:lvl2pPr algn="l" defTabSz="946150" rtl="0" eaLnBrk="1" fontAlgn="base" hangingPunct="1">
        <a:spcBef>
          <a:spcPct val="20000"/>
        </a:spcBef>
        <a:spcAft>
          <a:spcPct val="0"/>
        </a:spcAft>
        <a:defRPr kumimoji="1" lang="ja-JP" altLang="en-US" sz="1725" kern="1200">
          <a:solidFill>
            <a:srgbClr val="000000"/>
          </a:solidFill>
          <a:latin typeface="+mn-ea"/>
          <a:ea typeface="+mn-ea"/>
          <a:cs typeface="+mn-cs"/>
        </a:defRPr>
      </a:lvl2pPr>
      <a:lvl3pPr marL="256540" algn="l" defTabSz="946150" rtl="0" eaLnBrk="1" fontAlgn="base" hangingPunct="1">
        <a:spcBef>
          <a:spcPct val="20000"/>
        </a:spcBef>
        <a:spcAft>
          <a:spcPct val="0"/>
        </a:spcAft>
        <a:defRPr kumimoji="1" lang="ja-JP" altLang="en-US" sz="1540" kern="1200">
          <a:solidFill>
            <a:srgbClr val="000000"/>
          </a:solidFill>
          <a:latin typeface="+mn-ea"/>
          <a:ea typeface="+mn-ea"/>
          <a:cs typeface="+mn-cs"/>
        </a:defRPr>
      </a:lvl3pPr>
      <a:lvl4pPr marL="427355" algn="l" defTabSz="946150" rtl="0" eaLnBrk="1" fontAlgn="base" hangingPunct="1">
        <a:spcBef>
          <a:spcPct val="20000"/>
        </a:spcBef>
        <a:spcAft>
          <a:spcPct val="0"/>
        </a:spcAft>
        <a:defRPr kumimoji="1" lang="ja-JP" altLang="en-US" sz="1360" kern="1200">
          <a:solidFill>
            <a:srgbClr val="000000"/>
          </a:solidFill>
          <a:latin typeface="+mn-ea"/>
          <a:ea typeface="+mn-ea"/>
          <a:cs typeface="+mn-cs"/>
        </a:defRPr>
      </a:lvl4pPr>
      <a:lvl5pPr marL="598805" algn="l" defTabSz="946150" rtl="0" eaLnBrk="1" fontAlgn="base" hangingPunct="1">
        <a:spcBef>
          <a:spcPct val="20000"/>
        </a:spcBef>
        <a:spcAft>
          <a:spcPct val="0"/>
        </a:spcAft>
        <a:defRPr kumimoji="1" lang="ja-JP" altLang="en-US" sz="1360" kern="1200">
          <a:solidFill>
            <a:srgbClr val="000000"/>
          </a:solidFill>
          <a:latin typeface="+mn-ea"/>
          <a:ea typeface="+mn-ea"/>
          <a:cs typeface="+mn-cs"/>
        </a:defRPr>
      </a:lvl5pPr>
      <a:lvl6pPr marL="2601595" indent="-236220" algn="l" defTabSz="946150" rtl="0" eaLnBrk="1" latinLnBrk="0" hangingPunct="1">
        <a:spcBef>
          <a:spcPct val="20000"/>
        </a:spcBef>
        <a:buFont typeface="Arial" panose="020B0604020202020204" pitchFamily="34" charset="0"/>
        <a:buChar char="•"/>
        <a:defRPr kumimoji="1" sz="2085" kern="1200">
          <a:solidFill>
            <a:schemeClr val="tx1"/>
          </a:solidFill>
          <a:latin typeface="+mn-lt"/>
          <a:ea typeface="+mn-ea"/>
          <a:cs typeface="+mn-cs"/>
        </a:defRPr>
      </a:lvl6pPr>
      <a:lvl7pPr marL="3074670" indent="-236220" algn="l" defTabSz="946150" rtl="0" eaLnBrk="1" latinLnBrk="0" hangingPunct="1">
        <a:spcBef>
          <a:spcPct val="20000"/>
        </a:spcBef>
        <a:buFont typeface="Arial" panose="020B0604020202020204" pitchFamily="34" charset="0"/>
        <a:buChar char="•"/>
        <a:defRPr kumimoji="1" sz="2085" kern="1200">
          <a:solidFill>
            <a:schemeClr val="tx1"/>
          </a:solidFill>
          <a:latin typeface="+mn-lt"/>
          <a:ea typeface="+mn-ea"/>
          <a:cs typeface="+mn-cs"/>
        </a:defRPr>
      </a:lvl7pPr>
      <a:lvl8pPr marL="3547745" indent="-236220" algn="l" defTabSz="946150" rtl="0" eaLnBrk="1" latinLnBrk="0" hangingPunct="1">
        <a:spcBef>
          <a:spcPct val="20000"/>
        </a:spcBef>
        <a:buFont typeface="Arial" panose="020B0604020202020204" pitchFamily="34" charset="0"/>
        <a:buChar char="•"/>
        <a:defRPr kumimoji="1" sz="2085" kern="1200">
          <a:solidFill>
            <a:schemeClr val="tx1"/>
          </a:solidFill>
          <a:latin typeface="+mn-lt"/>
          <a:ea typeface="+mn-ea"/>
          <a:cs typeface="+mn-cs"/>
        </a:defRPr>
      </a:lvl8pPr>
      <a:lvl9pPr marL="4020820" indent="-236220" algn="l" defTabSz="946150" rtl="0" eaLnBrk="1" latinLnBrk="0" hangingPunct="1">
        <a:spcBef>
          <a:spcPct val="20000"/>
        </a:spcBef>
        <a:buFont typeface="Arial" panose="020B0604020202020204" pitchFamily="34" charset="0"/>
        <a:buChar char="•"/>
        <a:defRPr kumimoji="1" sz="2085" kern="1200">
          <a:solidFill>
            <a:schemeClr val="tx1"/>
          </a:solidFill>
          <a:latin typeface="+mn-lt"/>
          <a:ea typeface="+mn-ea"/>
          <a:cs typeface="+mn-cs"/>
        </a:defRPr>
      </a:lvl9pPr>
    </p:bodyStyle>
    <p:otherStyle>
      <a:defPPr>
        <a:defRPr lang="ja-JP"/>
      </a:defPPr>
      <a:lvl1pPr marL="0" algn="l" defTabSz="946150" rtl="0" eaLnBrk="1" latinLnBrk="0" hangingPunct="1">
        <a:defRPr kumimoji="1" sz="1815" kern="1200">
          <a:solidFill>
            <a:schemeClr val="tx1"/>
          </a:solidFill>
          <a:latin typeface="+mn-lt"/>
          <a:ea typeface="+mn-ea"/>
          <a:cs typeface="+mn-cs"/>
        </a:defRPr>
      </a:lvl1pPr>
      <a:lvl2pPr marL="473075" algn="l" defTabSz="946150" rtl="0" eaLnBrk="1" latinLnBrk="0" hangingPunct="1">
        <a:defRPr kumimoji="1" sz="1815" kern="1200">
          <a:solidFill>
            <a:schemeClr val="tx1"/>
          </a:solidFill>
          <a:latin typeface="+mn-lt"/>
          <a:ea typeface="+mn-ea"/>
          <a:cs typeface="+mn-cs"/>
        </a:defRPr>
      </a:lvl2pPr>
      <a:lvl3pPr marL="946150" algn="l" defTabSz="946150" rtl="0" eaLnBrk="1" latinLnBrk="0" hangingPunct="1">
        <a:defRPr kumimoji="1" sz="1815" kern="1200">
          <a:solidFill>
            <a:schemeClr val="tx1"/>
          </a:solidFill>
          <a:latin typeface="+mn-lt"/>
          <a:ea typeface="+mn-ea"/>
          <a:cs typeface="+mn-cs"/>
        </a:defRPr>
      </a:lvl3pPr>
      <a:lvl4pPr marL="1419225" algn="l" defTabSz="946150" rtl="0" eaLnBrk="1" latinLnBrk="0" hangingPunct="1">
        <a:defRPr kumimoji="1" sz="1815" kern="1200">
          <a:solidFill>
            <a:schemeClr val="tx1"/>
          </a:solidFill>
          <a:latin typeface="+mn-lt"/>
          <a:ea typeface="+mn-ea"/>
          <a:cs typeface="+mn-cs"/>
        </a:defRPr>
      </a:lvl4pPr>
      <a:lvl5pPr marL="1892300" algn="l" defTabSz="946150" rtl="0" eaLnBrk="1" latinLnBrk="0" hangingPunct="1">
        <a:defRPr kumimoji="1" sz="1815" kern="1200">
          <a:solidFill>
            <a:schemeClr val="tx1"/>
          </a:solidFill>
          <a:latin typeface="+mn-lt"/>
          <a:ea typeface="+mn-ea"/>
          <a:cs typeface="+mn-cs"/>
        </a:defRPr>
      </a:lvl5pPr>
      <a:lvl6pPr marL="2365375" algn="l" defTabSz="946150" rtl="0" eaLnBrk="1" latinLnBrk="0" hangingPunct="1">
        <a:defRPr kumimoji="1" sz="1815" kern="1200">
          <a:solidFill>
            <a:schemeClr val="tx1"/>
          </a:solidFill>
          <a:latin typeface="+mn-lt"/>
          <a:ea typeface="+mn-ea"/>
          <a:cs typeface="+mn-cs"/>
        </a:defRPr>
      </a:lvl6pPr>
      <a:lvl7pPr marL="2838450" algn="l" defTabSz="946150" rtl="0" eaLnBrk="1" latinLnBrk="0" hangingPunct="1">
        <a:defRPr kumimoji="1" sz="1815" kern="1200">
          <a:solidFill>
            <a:schemeClr val="tx1"/>
          </a:solidFill>
          <a:latin typeface="+mn-lt"/>
          <a:ea typeface="+mn-ea"/>
          <a:cs typeface="+mn-cs"/>
        </a:defRPr>
      </a:lvl7pPr>
      <a:lvl8pPr marL="3310890" algn="l" defTabSz="946150" rtl="0" eaLnBrk="1" latinLnBrk="0" hangingPunct="1">
        <a:defRPr kumimoji="1" sz="1815" kern="1200">
          <a:solidFill>
            <a:schemeClr val="tx1"/>
          </a:solidFill>
          <a:latin typeface="+mn-lt"/>
          <a:ea typeface="+mn-ea"/>
          <a:cs typeface="+mn-cs"/>
        </a:defRPr>
      </a:lvl8pPr>
      <a:lvl9pPr marL="3783965" algn="l" defTabSz="946150" rtl="0" eaLnBrk="1" latinLnBrk="0" hangingPunct="1">
        <a:defRPr kumimoji="1" sz="18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図 2"/>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811" y="0"/>
            <a:ext cx="12190189" cy="1897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Codos_Grid_201008" hidden="1"/>
          <p:cNvGrpSpPr/>
          <p:nvPr/>
        </p:nvGrpSpPr>
        <p:grpSpPr bwMode="auto">
          <a:xfrm>
            <a:off x="1006347" y="1125962"/>
            <a:ext cx="10179306" cy="4964598"/>
            <a:chOff x="449454" y="1189814"/>
            <a:chExt cx="8928993" cy="5472608"/>
          </a:xfrm>
        </p:grpSpPr>
        <p:sp>
          <p:nvSpPr>
            <p:cNvPr id="1030" name="Line 99" hidden="1"/>
            <p:cNvSpPr>
              <a:spLocks noChangeShapeType="1"/>
            </p:cNvSpPr>
            <p:nvPr userDrawn="1"/>
          </p:nvSpPr>
          <p:spPr bwMode="auto">
            <a:xfrm>
              <a:off x="477126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31" name="Line 99" hidden="1"/>
            <p:cNvSpPr>
              <a:spLocks noChangeShapeType="1"/>
            </p:cNvSpPr>
            <p:nvPr userDrawn="1"/>
          </p:nvSpPr>
          <p:spPr bwMode="auto">
            <a:xfrm>
              <a:off x="318575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32" name="Line 99" hidden="1"/>
            <p:cNvSpPr>
              <a:spLocks noChangeShapeType="1"/>
            </p:cNvSpPr>
            <p:nvPr userDrawn="1"/>
          </p:nvSpPr>
          <p:spPr bwMode="auto">
            <a:xfrm>
              <a:off x="304174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33" name="Line 99" hidden="1"/>
            <p:cNvSpPr>
              <a:spLocks noChangeShapeType="1"/>
            </p:cNvSpPr>
            <p:nvPr userDrawn="1"/>
          </p:nvSpPr>
          <p:spPr bwMode="auto">
            <a:xfrm>
              <a:off x="289772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34" name="Line 99" hidden="1"/>
            <p:cNvSpPr>
              <a:spLocks noChangeShapeType="1"/>
            </p:cNvSpPr>
            <p:nvPr userDrawn="1"/>
          </p:nvSpPr>
          <p:spPr bwMode="auto">
            <a:xfrm>
              <a:off x="275371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35" name="Line 99" hidden="1"/>
            <p:cNvSpPr>
              <a:spLocks noChangeShapeType="1"/>
            </p:cNvSpPr>
            <p:nvPr userDrawn="1"/>
          </p:nvSpPr>
          <p:spPr bwMode="auto">
            <a:xfrm>
              <a:off x="260969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36" name="Line 99" hidden="1"/>
            <p:cNvSpPr>
              <a:spLocks noChangeShapeType="1"/>
            </p:cNvSpPr>
            <p:nvPr userDrawn="1"/>
          </p:nvSpPr>
          <p:spPr bwMode="auto">
            <a:xfrm>
              <a:off x="246567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37" name="Line 99" hidden="1"/>
            <p:cNvSpPr>
              <a:spLocks noChangeShapeType="1"/>
            </p:cNvSpPr>
            <p:nvPr userDrawn="1"/>
          </p:nvSpPr>
          <p:spPr bwMode="auto">
            <a:xfrm>
              <a:off x="232166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38" name="Line 99" hidden="1"/>
            <p:cNvSpPr>
              <a:spLocks noChangeShapeType="1"/>
            </p:cNvSpPr>
            <p:nvPr userDrawn="1"/>
          </p:nvSpPr>
          <p:spPr bwMode="auto">
            <a:xfrm>
              <a:off x="217764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39" name="Line 99" hidden="1"/>
            <p:cNvSpPr>
              <a:spLocks noChangeShapeType="1"/>
            </p:cNvSpPr>
            <p:nvPr userDrawn="1"/>
          </p:nvSpPr>
          <p:spPr bwMode="auto">
            <a:xfrm>
              <a:off x="203363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40" name="Line 99" hidden="1"/>
            <p:cNvSpPr>
              <a:spLocks noChangeShapeType="1"/>
            </p:cNvSpPr>
            <p:nvPr userDrawn="1"/>
          </p:nvSpPr>
          <p:spPr bwMode="auto">
            <a:xfrm>
              <a:off x="188961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41" name="Line 99" hidden="1"/>
            <p:cNvSpPr>
              <a:spLocks noChangeShapeType="1"/>
            </p:cNvSpPr>
            <p:nvPr userDrawn="1"/>
          </p:nvSpPr>
          <p:spPr bwMode="auto">
            <a:xfrm>
              <a:off x="174559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42" name="Line 99" hidden="1"/>
            <p:cNvSpPr>
              <a:spLocks noChangeShapeType="1"/>
            </p:cNvSpPr>
            <p:nvPr userDrawn="1"/>
          </p:nvSpPr>
          <p:spPr bwMode="auto">
            <a:xfrm>
              <a:off x="160158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43" name="Line 99" hidden="1"/>
            <p:cNvSpPr>
              <a:spLocks noChangeShapeType="1"/>
            </p:cNvSpPr>
            <p:nvPr userDrawn="1"/>
          </p:nvSpPr>
          <p:spPr bwMode="auto">
            <a:xfrm>
              <a:off x="145756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44" name="Line 99" hidden="1"/>
            <p:cNvSpPr>
              <a:spLocks noChangeShapeType="1"/>
            </p:cNvSpPr>
            <p:nvPr userDrawn="1"/>
          </p:nvSpPr>
          <p:spPr bwMode="auto">
            <a:xfrm>
              <a:off x="131355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45" name="Line 99" hidden="1"/>
            <p:cNvSpPr>
              <a:spLocks noChangeShapeType="1"/>
            </p:cNvSpPr>
            <p:nvPr userDrawn="1"/>
          </p:nvSpPr>
          <p:spPr bwMode="auto">
            <a:xfrm>
              <a:off x="116953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46" name="Line 99" hidden="1"/>
            <p:cNvSpPr>
              <a:spLocks noChangeShapeType="1"/>
            </p:cNvSpPr>
            <p:nvPr userDrawn="1"/>
          </p:nvSpPr>
          <p:spPr bwMode="auto">
            <a:xfrm>
              <a:off x="102551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47" name="Line 99" hidden="1"/>
            <p:cNvSpPr>
              <a:spLocks noChangeShapeType="1"/>
            </p:cNvSpPr>
            <p:nvPr userDrawn="1"/>
          </p:nvSpPr>
          <p:spPr bwMode="auto">
            <a:xfrm>
              <a:off x="88150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48" name="Line 99" hidden="1"/>
            <p:cNvSpPr>
              <a:spLocks noChangeShapeType="1"/>
            </p:cNvSpPr>
            <p:nvPr userDrawn="1"/>
          </p:nvSpPr>
          <p:spPr bwMode="auto">
            <a:xfrm>
              <a:off x="73748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49" name="Line 99" hidden="1"/>
            <p:cNvSpPr>
              <a:spLocks noChangeShapeType="1"/>
            </p:cNvSpPr>
            <p:nvPr userDrawn="1"/>
          </p:nvSpPr>
          <p:spPr bwMode="auto">
            <a:xfrm>
              <a:off x="59347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50" name="Line 99" hidden="1"/>
            <p:cNvSpPr>
              <a:spLocks noChangeShapeType="1"/>
            </p:cNvSpPr>
            <p:nvPr userDrawn="1"/>
          </p:nvSpPr>
          <p:spPr bwMode="auto">
            <a:xfrm>
              <a:off x="361780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51" name="Line 99" hidden="1"/>
            <p:cNvSpPr>
              <a:spLocks noChangeShapeType="1"/>
            </p:cNvSpPr>
            <p:nvPr userDrawn="1"/>
          </p:nvSpPr>
          <p:spPr bwMode="auto">
            <a:xfrm>
              <a:off x="347379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52" name="Line 99" hidden="1"/>
            <p:cNvSpPr>
              <a:spLocks noChangeShapeType="1"/>
            </p:cNvSpPr>
            <p:nvPr userDrawn="1"/>
          </p:nvSpPr>
          <p:spPr bwMode="auto">
            <a:xfrm>
              <a:off x="332977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53" name="Line 99" hidden="1"/>
            <p:cNvSpPr>
              <a:spLocks noChangeShapeType="1"/>
            </p:cNvSpPr>
            <p:nvPr userDrawn="1"/>
          </p:nvSpPr>
          <p:spPr bwMode="auto">
            <a:xfrm>
              <a:off x="404985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54" name="Line 99" hidden="1"/>
            <p:cNvSpPr>
              <a:spLocks noChangeShapeType="1"/>
            </p:cNvSpPr>
            <p:nvPr userDrawn="1"/>
          </p:nvSpPr>
          <p:spPr bwMode="auto">
            <a:xfrm>
              <a:off x="390583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55" name="Line 99" hidden="1"/>
            <p:cNvSpPr>
              <a:spLocks noChangeShapeType="1"/>
            </p:cNvSpPr>
            <p:nvPr userDrawn="1"/>
          </p:nvSpPr>
          <p:spPr bwMode="auto">
            <a:xfrm>
              <a:off x="376182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56" name="Line 99" hidden="1"/>
            <p:cNvSpPr>
              <a:spLocks noChangeShapeType="1"/>
            </p:cNvSpPr>
            <p:nvPr userDrawn="1"/>
          </p:nvSpPr>
          <p:spPr bwMode="auto">
            <a:xfrm>
              <a:off x="448323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57" name="Line 99" hidden="1"/>
            <p:cNvSpPr>
              <a:spLocks noChangeShapeType="1"/>
            </p:cNvSpPr>
            <p:nvPr userDrawn="1"/>
          </p:nvSpPr>
          <p:spPr bwMode="auto">
            <a:xfrm>
              <a:off x="433922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58" name="Line 99" hidden="1"/>
            <p:cNvSpPr>
              <a:spLocks noChangeShapeType="1"/>
            </p:cNvSpPr>
            <p:nvPr userDrawn="1"/>
          </p:nvSpPr>
          <p:spPr bwMode="auto">
            <a:xfrm>
              <a:off x="419387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59" name="Line 99" hidden="1"/>
            <p:cNvSpPr>
              <a:spLocks noChangeShapeType="1"/>
            </p:cNvSpPr>
            <p:nvPr userDrawn="1"/>
          </p:nvSpPr>
          <p:spPr bwMode="auto">
            <a:xfrm>
              <a:off x="462725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60" name="Line 99" hidden="1"/>
            <p:cNvSpPr>
              <a:spLocks noChangeShapeType="1"/>
            </p:cNvSpPr>
            <p:nvPr userDrawn="1"/>
          </p:nvSpPr>
          <p:spPr bwMode="auto">
            <a:xfrm>
              <a:off x="923443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61" name="Line 99" hidden="1"/>
            <p:cNvSpPr>
              <a:spLocks noChangeShapeType="1"/>
            </p:cNvSpPr>
            <p:nvPr userDrawn="1"/>
          </p:nvSpPr>
          <p:spPr bwMode="auto">
            <a:xfrm>
              <a:off x="765025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62" name="Line 99" hidden="1"/>
            <p:cNvSpPr>
              <a:spLocks noChangeShapeType="1"/>
            </p:cNvSpPr>
            <p:nvPr userDrawn="1"/>
          </p:nvSpPr>
          <p:spPr bwMode="auto">
            <a:xfrm>
              <a:off x="750623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63" name="Line 99" hidden="1"/>
            <p:cNvSpPr>
              <a:spLocks noChangeShapeType="1"/>
            </p:cNvSpPr>
            <p:nvPr userDrawn="1"/>
          </p:nvSpPr>
          <p:spPr bwMode="auto">
            <a:xfrm>
              <a:off x="736222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64" name="Line 99" hidden="1"/>
            <p:cNvSpPr>
              <a:spLocks noChangeShapeType="1"/>
            </p:cNvSpPr>
            <p:nvPr userDrawn="1"/>
          </p:nvSpPr>
          <p:spPr bwMode="auto">
            <a:xfrm>
              <a:off x="721820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65" name="Line 99" hidden="1"/>
            <p:cNvSpPr>
              <a:spLocks noChangeShapeType="1"/>
            </p:cNvSpPr>
            <p:nvPr userDrawn="1"/>
          </p:nvSpPr>
          <p:spPr bwMode="auto">
            <a:xfrm>
              <a:off x="707419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66" name="Line 99" hidden="1"/>
            <p:cNvSpPr>
              <a:spLocks noChangeShapeType="1"/>
            </p:cNvSpPr>
            <p:nvPr userDrawn="1"/>
          </p:nvSpPr>
          <p:spPr bwMode="auto">
            <a:xfrm>
              <a:off x="693017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67" name="Line 99" hidden="1"/>
            <p:cNvSpPr>
              <a:spLocks noChangeShapeType="1"/>
            </p:cNvSpPr>
            <p:nvPr userDrawn="1"/>
          </p:nvSpPr>
          <p:spPr bwMode="auto">
            <a:xfrm>
              <a:off x="678615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68" name="Line 99" hidden="1"/>
            <p:cNvSpPr>
              <a:spLocks noChangeShapeType="1"/>
            </p:cNvSpPr>
            <p:nvPr userDrawn="1"/>
          </p:nvSpPr>
          <p:spPr bwMode="auto">
            <a:xfrm>
              <a:off x="664214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69" name="Line 99" hidden="1"/>
            <p:cNvSpPr>
              <a:spLocks noChangeShapeType="1"/>
            </p:cNvSpPr>
            <p:nvPr userDrawn="1"/>
          </p:nvSpPr>
          <p:spPr bwMode="auto">
            <a:xfrm>
              <a:off x="649812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70" name="Line 99" hidden="1"/>
            <p:cNvSpPr>
              <a:spLocks noChangeShapeType="1"/>
            </p:cNvSpPr>
            <p:nvPr userDrawn="1"/>
          </p:nvSpPr>
          <p:spPr bwMode="auto">
            <a:xfrm>
              <a:off x="635411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71" name="Line 99" hidden="1"/>
            <p:cNvSpPr>
              <a:spLocks noChangeShapeType="1"/>
            </p:cNvSpPr>
            <p:nvPr userDrawn="1"/>
          </p:nvSpPr>
          <p:spPr bwMode="auto">
            <a:xfrm>
              <a:off x="621009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72" name="Line 99" hidden="1"/>
            <p:cNvSpPr>
              <a:spLocks noChangeShapeType="1"/>
            </p:cNvSpPr>
            <p:nvPr userDrawn="1"/>
          </p:nvSpPr>
          <p:spPr bwMode="auto">
            <a:xfrm>
              <a:off x="606607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73" name="Line 99" hidden="1"/>
            <p:cNvSpPr>
              <a:spLocks noChangeShapeType="1"/>
            </p:cNvSpPr>
            <p:nvPr userDrawn="1"/>
          </p:nvSpPr>
          <p:spPr bwMode="auto">
            <a:xfrm>
              <a:off x="592206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74" name="Line 99" hidden="1"/>
            <p:cNvSpPr>
              <a:spLocks noChangeShapeType="1"/>
            </p:cNvSpPr>
            <p:nvPr userDrawn="1"/>
          </p:nvSpPr>
          <p:spPr bwMode="auto">
            <a:xfrm>
              <a:off x="577804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75" name="Line 99" hidden="1"/>
            <p:cNvSpPr>
              <a:spLocks noChangeShapeType="1"/>
            </p:cNvSpPr>
            <p:nvPr userDrawn="1"/>
          </p:nvSpPr>
          <p:spPr bwMode="auto">
            <a:xfrm>
              <a:off x="563403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76" name="Line 99" hidden="1"/>
            <p:cNvSpPr>
              <a:spLocks noChangeShapeType="1"/>
            </p:cNvSpPr>
            <p:nvPr userDrawn="1"/>
          </p:nvSpPr>
          <p:spPr bwMode="auto">
            <a:xfrm>
              <a:off x="549001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77" name="Line 99" hidden="1"/>
            <p:cNvSpPr>
              <a:spLocks noChangeShapeType="1"/>
            </p:cNvSpPr>
            <p:nvPr userDrawn="1"/>
          </p:nvSpPr>
          <p:spPr bwMode="auto">
            <a:xfrm>
              <a:off x="534599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78" name="Line 99" hidden="1"/>
            <p:cNvSpPr>
              <a:spLocks noChangeShapeType="1"/>
            </p:cNvSpPr>
            <p:nvPr userDrawn="1"/>
          </p:nvSpPr>
          <p:spPr bwMode="auto">
            <a:xfrm>
              <a:off x="520198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79" name="Line 99" hidden="1"/>
            <p:cNvSpPr>
              <a:spLocks noChangeShapeType="1"/>
            </p:cNvSpPr>
            <p:nvPr userDrawn="1"/>
          </p:nvSpPr>
          <p:spPr bwMode="auto">
            <a:xfrm>
              <a:off x="505796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80" name="Line 99" hidden="1"/>
            <p:cNvSpPr>
              <a:spLocks noChangeShapeType="1"/>
            </p:cNvSpPr>
            <p:nvPr userDrawn="1"/>
          </p:nvSpPr>
          <p:spPr bwMode="auto">
            <a:xfrm>
              <a:off x="808230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81" name="Line 99" hidden="1"/>
            <p:cNvSpPr>
              <a:spLocks noChangeShapeType="1"/>
            </p:cNvSpPr>
            <p:nvPr userDrawn="1"/>
          </p:nvSpPr>
          <p:spPr bwMode="auto">
            <a:xfrm>
              <a:off x="793828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82" name="Line 99" hidden="1"/>
            <p:cNvSpPr>
              <a:spLocks noChangeShapeType="1"/>
            </p:cNvSpPr>
            <p:nvPr userDrawn="1"/>
          </p:nvSpPr>
          <p:spPr bwMode="auto">
            <a:xfrm>
              <a:off x="779427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83" name="Line 99" hidden="1"/>
            <p:cNvSpPr>
              <a:spLocks noChangeShapeType="1"/>
            </p:cNvSpPr>
            <p:nvPr userDrawn="1"/>
          </p:nvSpPr>
          <p:spPr bwMode="auto">
            <a:xfrm>
              <a:off x="8514350"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84" name="Line 99" hidden="1"/>
            <p:cNvSpPr>
              <a:spLocks noChangeShapeType="1"/>
            </p:cNvSpPr>
            <p:nvPr userDrawn="1"/>
          </p:nvSpPr>
          <p:spPr bwMode="auto">
            <a:xfrm>
              <a:off x="837033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85" name="Line 99" hidden="1"/>
            <p:cNvSpPr>
              <a:spLocks noChangeShapeType="1"/>
            </p:cNvSpPr>
            <p:nvPr userDrawn="1"/>
          </p:nvSpPr>
          <p:spPr bwMode="auto">
            <a:xfrm>
              <a:off x="822631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86" name="Line 99" hidden="1"/>
            <p:cNvSpPr>
              <a:spLocks noChangeShapeType="1"/>
            </p:cNvSpPr>
            <p:nvPr userDrawn="1"/>
          </p:nvSpPr>
          <p:spPr bwMode="auto">
            <a:xfrm>
              <a:off x="8946398"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87" name="Line 99" hidden="1"/>
            <p:cNvSpPr>
              <a:spLocks noChangeShapeType="1"/>
            </p:cNvSpPr>
            <p:nvPr userDrawn="1"/>
          </p:nvSpPr>
          <p:spPr bwMode="auto">
            <a:xfrm>
              <a:off x="8802382"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88" name="Line 99" hidden="1"/>
            <p:cNvSpPr>
              <a:spLocks noChangeShapeType="1"/>
            </p:cNvSpPr>
            <p:nvPr userDrawn="1"/>
          </p:nvSpPr>
          <p:spPr bwMode="auto">
            <a:xfrm>
              <a:off x="8658366"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89" name="Line 99" hidden="1"/>
            <p:cNvSpPr>
              <a:spLocks noChangeShapeType="1"/>
            </p:cNvSpPr>
            <p:nvPr userDrawn="1"/>
          </p:nvSpPr>
          <p:spPr bwMode="auto">
            <a:xfrm>
              <a:off x="9090414" y="1189814"/>
              <a:ext cx="0" cy="5472608"/>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90" name="Line 99" hidden="1"/>
            <p:cNvSpPr>
              <a:spLocks noChangeShapeType="1"/>
            </p:cNvSpPr>
            <p:nvPr userDrawn="1"/>
          </p:nvSpPr>
          <p:spPr bwMode="auto">
            <a:xfrm rot="5400000" flipH="1">
              <a:off x="4913950" y="-394361"/>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91" name="Line 99" hidden="1"/>
            <p:cNvSpPr>
              <a:spLocks noChangeShapeType="1"/>
            </p:cNvSpPr>
            <p:nvPr userDrawn="1"/>
          </p:nvSpPr>
          <p:spPr bwMode="auto">
            <a:xfrm rot="5400000" flipH="1">
              <a:off x="4913950" y="-250346"/>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92" name="Line 99" hidden="1"/>
            <p:cNvSpPr>
              <a:spLocks noChangeShapeType="1"/>
            </p:cNvSpPr>
            <p:nvPr userDrawn="1"/>
          </p:nvSpPr>
          <p:spPr bwMode="auto">
            <a:xfrm rot="5400000" flipH="1">
              <a:off x="4913950" y="-106330"/>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93" name="Line 99" hidden="1"/>
            <p:cNvSpPr>
              <a:spLocks noChangeShapeType="1"/>
            </p:cNvSpPr>
            <p:nvPr userDrawn="1"/>
          </p:nvSpPr>
          <p:spPr bwMode="auto">
            <a:xfrm rot="5400000" flipH="1">
              <a:off x="4913950" y="37686"/>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94" name="Line 99" hidden="1"/>
            <p:cNvSpPr>
              <a:spLocks noChangeShapeType="1"/>
            </p:cNvSpPr>
            <p:nvPr userDrawn="1"/>
          </p:nvSpPr>
          <p:spPr bwMode="auto">
            <a:xfrm rot="5400000" flipH="1">
              <a:off x="4913950" y="181702"/>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95" name="Line 99" hidden="1"/>
            <p:cNvSpPr>
              <a:spLocks noChangeShapeType="1"/>
            </p:cNvSpPr>
            <p:nvPr userDrawn="1"/>
          </p:nvSpPr>
          <p:spPr bwMode="auto">
            <a:xfrm rot="5400000" flipH="1">
              <a:off x="4913950" y="325718"/>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96" name="Line 99" hidden="1"/>
            <p:cNvSpPr>
              <a:spLocks noChangeShapeType="1"/>
            </p:cNvSpPr>
            <p:nvPr userDrawn="1"/>
          </p:nvSpPr>
          <p:spPr bwMode="auto">
            <a:xfrm rot="5400000" flipH="1">
              <a:off x="4913950" y="469734"/>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97" name="Line 99" hidden="1"/>
            <p:cNvSpPr>
              <a:spLocks noChangeShapeType="1"/>
            </p:cNvSpPr>
            <p:nvPr userDrawn="1"/>
          </p:nvSpPr>
          <p:spPr bwMode="auto">
            <a:xfrm rot="5400000" flipH="1">
              <a:off x="4913950" y="613750"/>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98" name="Line 99" hidden="1"/>
            <p:cNvSpPr>
              <a:spLocks noChangeShapeType="1"/>
            </p:cNvSpPr>
            <p:nvPr userDrawn="1"/>
          </p:nvSpPr>
          <p:spPr bwMode="auto">
            <a:xfrm rot="5400000" flipH="1">
              <a:off x="4913950" y="757766"/>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099" name="Line 99" hidden="1"/>
            <p:cNvSpPr>
              <a:spLocks noChangeShapeType="1"/>
            </p:cNvSpPr>
            <p:nvPr userDrawn="1"/>
          </p:nvSpPr>
          <p:spPr bwMode="auto">
            <a:xfrm rot="5400000" flipH="1">
              <a:off x="4913950" y="901783"/>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00" name="Line 99" hidden="1"/>
            <p:cNvSpPr>
              <a:spLocks noChangeShapeType="1"/>
            </p:cNvSpPr>
            <p:nvPr userDrawn="1"/>
          </p:nvSpPr>
          <p:spPr bwMode="auto">
            <a:xfrm rot="5400000" flipH="1">
              <a:off x="4913950" y="1045798"/>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01" name="Line 99" hidden="1"/>
            <p:cNvSpPr>
              <a:spLocks noChangeShapeType="1"/>
            </p:cNvSpPr>
            <p:nvPr userDrawn="1"/>
          </p:nvSpPr>
          <p:spPr bwMode="auto">
            <a:xfrm rot="5400000" flipH="1">
              <a:off x="4913950" y="1189814"/>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02" name="Line 99" hidden="1"/>
            <p:cNvSpPr>
              <a:spLocks noChangeShapeType="1"/>
            </p:cNvSpPr>
            <p:nvPr userDrawn="1"/>
          </p:nvSpPr>
          <p:spPr bwMode="auto">
            <a:xfrm rot="5400000" flipH="1">
              <a:off x="4913950" y="1333830"/>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03" name="Line 99" hidden="1"/>
            <p:cNvSpPr>
              <a:spLocks noChangeShapeType="1"/>
            </p:cNvSpPr>
            <p:nvPr userDrawn="1"/>
          </p:nvSpPr>
          <p:spPr bwMode="auto">
            <a:xfrm rot="5400000" flipH="1">
              <a:off x="4913950" y="1477846"/>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04" name="Line 99" hidden="1"/>
            <p:cNvSpPr>
              <a:spLocks noChangeShapeType="1"/>
            </p:cNvSpPr>
            <p:nvPr userDrawn="1"/>
          </p:nvSpPr>
          <p:spPr bwMode="auto">
            <a:xfrm rot="5400000" flipH="1">
              <a:off x="4913950" y="1621862"/>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05" name="Line 99" hidden="1"/>
            <p:cNvSpPr>
              <a:spLocks noChangeShapeType="1"/>
            </p:cNvSpPr>
            <p:nvPr userDrawn="1"/>
          </p:nvSpPr>
          <p:spPr bwMode="auto">
            <a:xfrm rot="5400000" flipH="1">
              <a:off x="4913950" y="1765878"/>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06" name="Line 99" hidden="1"/>
            <p:cNvSpPr>
              <a:spLocks noChangeShapeType="1"/>
            </p:cNvSpPr>
            <p:nvPr userDrawn="1"/>
          </p:nvSpPr>
          <p:spPr bwMode="auto">
            <a:xfrm rot="5400000" flipH="1">
              <a:off x="4913950" y="1909894"/>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07" name="Line 99" hidden="1"/>
            <p:cNvSpPr>
              <a:spLocks noChangeShapeType="1"/>
            </p:cNvSpPr>
            <p:nvPr userDrawn="1"/>
          </p:nvSpPr>
          <p:spPr bwMode="auto">
            <a:xfrm rot="5400000" flipH="1">
              <a:off x="4913950" y="2053910"/>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08" name="Line 99" hidden="1"/>
            <p:cNvSpPr>
              <a:spLocks noChangeShapeType="1"/>
            </p:cNvSpPr>
            <p:nvPr userDrawn="1"/>
          </p:nvSpPr>
          <p:spPr bwMode="auto">
            <a:xfrm rot="5400000" flipH="1">
              <a:off x="4913950" y="-682394"/>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09" name="Line 99" hidden="1"/>
            <p:cNvSpPr>
              <a:spLocks noChangeShapeType="1"/>
            </p:cNvSpPr>
            <p:nvPr userDrawn="1"/>
          </p:nvSpPr>
          <p:spPr bwMode="auto">
            <a:xfrm rot="5400000" flipH="1">
              <a:off x="4913950" y="-826410"/>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10" name="Line 99" hidden="1"/>
            <p:cNvSpPr>
              <a:spLocks noChangeShapeType="1"/>
            </p:cNvSpPr>
            <p:nvPr userDrawn="1"/>
          </p:nvSpPr>
          <p:spPr bwMode="auto">
            <a:xfrm rot="5400000" flipH="1">
              <a:off x="4913950" y="-970425"/>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11" name="Line 99" hidden="1"/>
            <p:cNvSpPr>
              <a:spLocks noChangeShapeType="1"/>
            </p:cNvSpPr>
            <p:nvPr userDrawn="1"/>
          </p:nvSpPr>
          <p:spPr bwMode="auto">
            <a:xfrm rot="5400000" flipH="1">
              <a:off x="4913950" y="-1114441"/>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12" name="Line 99" hidden="1"/>
            <p:cNvSpPr>
              <a:spLocks noChangeShapeType="1"/>
            </p:cNvSpPr>
            <p:nvPr userDrawn="1"/>
          </p:nvSpPr>
          <p:spPr bwMode="auto">
            <a:xfrm rot="5400000" flipH="1">
              <a:off x="4913950" y="-1258457"/>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13" name="Line 99" hidden="1"/>
            <p:cNvSpPr>
              <a:spLocks noChangeShapeType="1"/>
            </p:cNvSpPr>
            <p:nvPr userDrawn="1"/>
          </p:nvSpPr>
          <p:spPr bwMode="auto">
            <a:xfrm rot="5400000" flipH="1">
              <a:off x="4913950" y="-1402473"/>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14" name="Line 99" hidden="1"/>
            <p:cNvSpPr>
              <a:spLocks noChangeShapeType="1"/>
            </p:cNvSpPr>
            <p:nvPr userDrawn="1"/>
          </p:nvSpPr>
          <p:spPr bwMode="auto">
            <a:xfrm rot="5400000" flipH="1">
              <a:off x="4913950" y="-1546489"/>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15" name="Line 99" hidden="1"/>
            <p:cNvSpPr>
              <a:spLocks noChangeShapeType="1"/>
            </p:cNvSpPr>
            <p:nvPr userDrawn="1"/>
          </p:nvSpPr>
          <p:spPr bwMode="auto">
            <a:xfrm rot="5400000" flipH="1">
              <a:off x="4913950" y="-1690505"/>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16" name="Line 99" hidden="1"/>
            <p:cNvSpPr>
              <a:spLocks noChangeShapeType="1"/>
            </p:cNvSpPr>
            <p:nvPr userDrawn="1"/>
          </p:nvSpPr>
          <p:spPr bwMode="auto">
            <a:xfrm rot="5400000" flipH="1">
              <a:off x="4913950" y="-1834521"/>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17" name="Line 99" hidden="1"/>
            <p:cNvSpPr>
              <a:spLocks noChangeShapeType="1"/>
            </p:cNvSpPr>
            <p:nvPr userDrawn="1"/>
          </p:nvSpPr>
          <p:spPr bwMode="auto">
            <a:xfrm rot="5400000" flipH="1">
              <a:off x="4913950" y="-1978537"/>
              <a:ext cx="0" cy="8928991"/>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18" name="Line 99" hidden="1"/>
            <p:cNvSpPr>
              <a:spLocks noChangeShapeType="1"/>
            </p:cNvSpPr>
            <p:nvPr userDrawn="1"/>
          </p:nvSpPr>
          <p:spPr bwMode="auto">
            <a:xfrm rot="5400000" flipH="1">
              <a:off x="4913951" y="-2122554"/>
              <a:ext cx="0" cy="8928993"/>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19" name="Line 99" hidden="1"/>
            <p:cNvSpPr>
              <a:spLocks noChangeShapeType="1"/>
            </p:cNvSpPr>
            <p:nvPr userDrawn="1"/>
          </p:nvSpPr>
          <p:spPr bwMode="auto">
            <a:xfrm rot="5400000" flipH="1">
              <a:off x="4913951" y="-2266570"/>
              <a:ext cx="0" cy="8928993"/>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20" name="Line 99" hidden="1"/>
            <p:cNvSpPr>
              <a:spLocks noChangeShapeType="1"/>
            </p:cNvSpPr>
            <p:nvPr userDrawn="1"/>
          </p:nvSpPr>
          <p:spPr bwMode="auto">
            <a:xfrm rot="5400000" flipH="1">
              <a:off x="4913951" y="-2410587"/>
              <a:ext cx="0" cy="8928993"/>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21" name="Line 99" hidden="1"/>
            <p:cNvSpPr>
              <a:spLocks noChangeShapeType="1"/>
            </p:cNvSpPr>
            <p:nvPr userDrawn="1"/>
          </p:nvSpPr>
          <p:spPr bwMode="auto">
            <a:xfrm rot="5400000" flipH="1">
              <a:off x="4913951" y="-2554603"/>
              <a:ext cx="0" cy="8928993"/>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22" name="Line 99" hidden="1"/>
            <p:cNvSpPr>
              <a:spLocks noChangeShapeType="1"/>
            </p:cNvSpPr>
            <p:nvPr userDrawn="1"/>
          </p:nvSpPr>
          <p:spPr bwMode="auto">
            <a:xfrm rot="5400000" flipH="1">
              <a:off x="4913951" y="-2698619"/>
              <a:ext cx="0" cy="8928993"/>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23" name="Line 99" hidden="1"/>
            <p:cNvSpPr>
              <a:spLocks noChangeShapeType="1"/>
            </p:cNvSpPr>
            <p:nvPr userDrawn="1"/>
          </p:nvSpPr>
          <p:spPr bwMode="auto">
            <a:xfrm rot="5400000" flipH="1">
              <a:off x="4913951" y="-2842635"/>
              <a:ext cx="0" cy="8928993"/>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24" name="Line 99" hidden="1"/>
            <p:cNvSpPr>
              <a:spLocks noChangeShapeType="1"/>
            </p:cNvSpPr>
            <p:nvPr userDrawn="1"/>
          </p:nvSpPr>
          <p:spPr bwMode="auto">
            <a:xfrm rot="5400000" flipH="1">
              <a:off x="4913951" y="-2986651"/>
              <a:ext cx="0" cy="8928993"/>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25" name="Line 99" hidden="1"/>
            <p:cNvSpPr>
              <a:spLocks noChangeShapeType="1"/>
            </p:cNvSpPr>
            <p:nvPr userDrawn="1"/>
          </p:nvSpPr>
          <p:spPr bwMode="auto">
            <a:xfrm rot="5400000" flipH="1">
              <a:off x="4913951" y="-3130667"/>
              <a:ext cx="0" cy="8928993"/>
            </a:xfrm>
            <a:prstGeom prst="line">
              <a:avLst/>
            </a:prstGeom>
            <a:noFill/>
            <a:ln w="9525">
              <a:solidFill>
                <a:srgbClr val="EAEAEA"/>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26" name="Line 99" hidden="1"/>
            <p:cNvSpPr>
              <a:spLocks noChangeShapeType="1"/>
            </p:cNvSpPr>
            <p:nvPr userDrawn="1"/>
          </p:nvSpPr>
          <p:spPr bwMode="auto">
            <a:xfrm>
              <a:off x="4913950" y="1189814"/>
              <a:ext cx="0" cy="5472608"/>
            </a:xfrm>
            <a:prstGeom prst="line">
              <a:avLst/>
            </a:prstGeom>
            <a:noFill/>
            <a:ln w="9525">
              <a:solidFill>
                <a:srgbClr val="C0C0C0"/>
              </a:solidFill>
              <a:round/>
            </a:ln>
            <a:extLst>
              <a:ext uri="{909E8E84-426E-40DD-AFC4-6F175D3DCCD1}">
                <a14:hiddenFill xmlns:a14="http://schemas.microsoft.com/office/drawing/2010/main">
                  <a:noFill/>
                </a14:hiddenFill>
              </a:ext>
            </a:extLst>
          </p:spPr>
          <p:txBody>
            <a:bodyPr/>
            <a:lstStyle/>
            <a:p>
              <a:endParaRPr lang="ja-JP" altLang="en-US" sz="1815"/>
            </a:p>
          </p:txBody>
        </p:sp>
        <p:sp>
          <p:nvSpPr>
            <p:cNvPr id="1127" name="正方形/長方形 336" hidden="1"/>
            <p:cNvSpPr>
              <a:spLocks noChangeArrowheads="1"/>
            </p:cNvSpPr>
            <p:nvPr userDrawn="1"/>
          </p:nvSpPr>
          <p:spPr bwMode="auto">
            <a:xfrm>
              <a:off x="449454" y="1189814"/>
              <a:ext cx="8928992" cy="5472608"/>
            </a:xfrm>
            <a:prstGeom prst="rect">
              <a:avLst/>
            </a:prstGeom>
            <a:noFill/>
            <a:ln w="9525">
              <a:solidFill>
                <a:srgbClr val="C0C0C0"/>
              </a:solidFill>
              <a:round/>
            </a:ln>
            <a:extLst>
              <a:ext uri="{909E8E84-426E-40DD-AFC4-6F175D3DCCD1}">
                <a14:hiddenFill xmlns:a14="http://schemas.microsoft.com/office/drawing/2010/main">
                  <a:solidFill>
                    <a:srgbClr val="FFFFFF"/>
                  </a:solidFill>
                </a14:hiddenFill>
              </a:ext>
            </a:extLst>
          </p:spPr>
          <p:txBody>
            <a:bodyPr/>
            <a:lstStyle>
              <a:lvl1pPr defTabSz="987425">
                <a:defRPr kumimoji="1" sz="2000">
                  <a:solidFill>
                    <a:schemeClr val="tx1"/>
                  </a:solidFill>
                  <a:latin typeface="Calibri" panose="020F0502020204030204" pitchFamily="34" charset="0"/>
                  <a:ea typeface="ＭＳ Ｐゴシック" panose="020B0600070205080204" pitchFamily="50" charset="-128"/>
                </a:defRPr>
              </a:lvl1pPr>
              <a:lvl2pPr marL="742950" indent="-285750" defTabSz="987425">
                <a:defRPr kumimoji="1" sz="2000">
                  <a:solidFill>
                    <a:schemeClr val="tx1"/>
                  </a:solidFill>
                  <a:latin typeface="Calibri" panose="020F0502020204030204" pitchFamily="34" charset="0"/>
                  <a:ea typeface="ＭＳ Ｐゴシック" panose="020B0600070205080204" pitchFamily="50" charset="-128"/>
                </a:defRPr>
              </a:lvl2pPr>
              <a:lvl3pPr marL="1143000" indent="-228600" defTabSz="987425">
                <a:defRPr kumimoji="1" sz="2000">
                  <a:solidFill>
                    <a:schemeClr val="tx1"/>
                  </a:solidFill>
                  <a:latin typeface="Calibri" panose="020F0502020204030204" pitchFamily="34" charset="0"/>
                  <a:ea typeface="ＭＳ Ｐゴシック" panose="020B0600070205080204" pitchFamily="50" charset="-128"/>
                </a:defRPr>
              </a:lvl3pPr>
              <a:lvl4pPr marL="1600200" indent="-228600" defTabSz="987425">
                <a:defRPr kumimoji="1" sz="2000">
                  <a:solidFill>
                    <a:schemeClr val="tx1"/>
                  </a:solidFill>
                  <a:latin typeface="Calibri" panose="020F0502020204030204" pitchFamily="34" charset="0"/>
                  <a:ea typeface="ＭＳ Ｐゴシック" panose="020B0600070205080204" pitchFamily="50" charset="-128"/>
                </a:defRPr>
              </a:lvl4pPr>
              <a:lvl5pPr marL="2057400" indent="-228600" defTabSz="987425">
                <a:defRPr kumimoji="1" sz="2000">
                  <a:solidFill>
                    <a:schemeClr val="tx1"/>
                  </a:solidFill>
                  <a:latin typeface="Calibri" panose="020F0502020204030204" pitchFamily="34" charset="0"/>
                  <a:ea typeface="ＭＳ Ｐゴシック" panose="020B0600070205080204" pitchFamily="50" charset="-128"/>
                </a:defRPr>
              </a:lvl5pPr>
              <a:lvl6pPr marL="2514600" indent="-228600" defTabSz="987425" fontAlgn="base">
                <a:spcBef>
                  <a:spcPct val="0"/>
                </a:spcBef>
                <a:spcAft>
                  <a:spcPct val="0"/>
                </a:spcAft>
                <a:defRPr kumimoji="1" sz="2000">
                  <a:solidFill>
                    <a:schemeClr val="tx1"/>
                  </a:solidFill>
                  <a:latin typeface="Calibri" panose="020F0502020204030204" pitchFamily="34" charset="0"/>
                  <a:ea typeface="ＭＳ Ｐゴシック" panose="020B0600070205080204" pitchFamily="50" charset="-128"/>
                </a:defRPr>
              </a:lvl6pPr>
              <a:lvl7pPr marL="2971800" indent="-228600" defTabSz="987425" fontAlgn="base">
                <a:spcBef>
                  <a:spcPct val="0"/>
                </a:spcBef>
                <a:spcAft>
                  <a:spcPct val="0"/>
                </a:spcAft>
                <a:defRPr kumimoji="1" sz="2000">
                  <a:solidFill>
                    <a:schemeClr val="tx1"/>
                  </a:solidFill>
                  <a:latin typeface="Calibri" panose="020F0502020204030204" pitchFamily="34" charset="0"/>
                  <a:ea typeface="ＭＳ Ｐゴシック" panose="020B0600070205080204" pitchFamily="50" charset="-128"/>
                </a:defRPr>
              </a:lvl7pPr>
              <a:lvl8pPr marL="3429000" indent="-228600" defTabSz="987425" fontAlgn="base">
                <a:spcBef>
                  <a:spcPct val="0"/>
                </a:spcBef>
                <a:spcAft>
                  <a:spcPct val="0"/>
                </a:spcAft>
                <a:defRPr kumimoji="1" sz="2000">
                  <a:solidFill>
                    <a:schemeClr val="tx1"/>
                  </a:solidFill>
                  <a:latin typeface="Calibri" panose="020F0502020204030204" pitchFamily="34" charset="0"/>
                  <a:ea typeface="ＭＳ Ｐゴシック" panose="020B0600070205080204" pitchFamily="50" charset="-128"/>
                </a:defRPr>
              </a:lvl8pPr>
              <a:lvl9pPr marL="3886200" indent="-228600" defTabSz="987425" fontAlgn="base">
                <a:spcBef>
                  <a:spcPct val="0"/>
                </a:spcBef>
                <a:spcAft>
                  <a:spcPct val="0"/>
                </a:spcAft>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endParaRPr lang="ja-JP" altLang="en-US" sz="1725"/>
            </a:p>
          </p:txBody>
        </p:sp>
        <p:sp>
          <p:nvSpPr>
            <p:cNvPr id="1128" name="Line 99" hidden="1"/>
            <p:cNvSpPr>
              <a:spLocks noChangeShapeType="1"/>
            </p:cNvSpPr>
            <p:nvPr userDrawn="1"/>
          </p:nvSpPr>
          <p:spPr bwMode="auto">
            <a:xfrm rot="5400000" flipH="1">
              <a:off x="4913950" y="-538377"/>
              <a:ext cx="0" cy="8928991"/>
            </a:xfrm>
            <a:prstGeom prst="line">
              <a:avLst/>
            </a:prstGeom>
            <a:noFill/>
            <a:ln w="9525">
              <a:solidFill>
                <a:srgbClr val="C0C0C0"/>
              </a:solidFill>
              <a:round/>
            </a:ln>
            <a:extLst>
              <a:ext uri="{909E8E84-426E-40DD-AFC4-6F175D3DCCD1}">
                <a14:hiddenFill xmlns:a14="http://schemas.microsoft.com/office/drawing/2010/main">
                  <a:noFill/>
                </a14:hiddenFill>
              </a:ext>
            </a:extLst>
          </p:spPr>
          <p:txBody>
            <a:bodyPr/>
            <a:lstStyle/>
            <a:p>
              <a:endParaRPr lang="ja-JP" altLang="en-US" sz="1815"/>
            </a:p>
          </p:txBody>
        </p:sp>
      </p:grpSp>
      <p:sp>
        <p:nvSpPr>
          <p:cNvPr id="341" name="スライド番号プレースホルダ 5"/>
          <p:cNvSpPr>
            <a:spLocks noGrp="1"/>
          </p:cNvSpPr>
          <p:nvPr>
            <p:ph type="sldNum" sz="quarter" idx="4"/>
          </p:nvPr>
        </p:nvSpPr>
        <p:spPr>
          <a:xfrm>
            <a:off x="11402851" y="6498038"/>
            <a:ext cx="358375" cy="195819"/>
          </a:xfrm>
          <a:prstGeom prst="rect">
            <a:avLst/>
          </a:prstGeom>
        </p:spPr>
        <p:txBody>
          <a:bodyPr vert="horz" wrap="none" lIns="0" tIns="0" rIns="0" bIns="0" rtlCol="0" anchor="ctr">
            <a:noAutofit/>
          </a:bodyPr>
          <a:lstStyle>
            <a:lvl1pPr algn="r" defTabSz="946150" eaLnBrk="1" fontAlgn="auto" hangingPunct="1">
              <a:spcBef>
                <a:spcPts val="0"/>
              </a:spcBef>
              <a:spcAft>
                <a:spcPts val="0"/>
              </a:spcAft>
              <a:defRPr sz="905" smtClean="0">
                <a:solidFill>
                  <a:srgbClr val="000000"/>
                </a:solidFill>
                <a:latin typeface="Arial" panose="020B0604020202020204" pitchFamily="34" charset="0"/>
                <a:ea typeface="ＭＳ Ｐゴシック" panose="020B0600070205080204" pitchFamily="50" charset="-128"/>
                <a:cs typeface="Arial" panose="020B0604020202020204" pitchFamily="34" charset="0"/>
              </a:defRPr>
            </a:lvl1pPr>
          </a:lstStyle>
          <a:p>
            <a:fld id="{A368BDF0-FFCB-47A5-9A7B-CAC1F6FE8E31}" type="slidenum">
              <a:rPr kumimoji="1" lang="ja-JP" altLang="en-US" smtClean="0"/>
              <a:t>‹#›</a:t>
            </a:fld>
            <a:endParaRPr kumimoji="1" lang="ja-JP" altLang="en-US"/>
          </a:p>
        </p:txBody>
      </p:sp>
      <p:sp>
        <p:nvSpPr>
          <p:cNvPr id="1029" name="タイトル プレースホルダ 1"/>
          <p:cNvSpPr>
            <a:spLocks noGrp="1"/>
          </p:cNvSpPr>
          <p:nvPr>
            <p:ph type="title"/>
          </p:nvPr>
        </p:nvSpPr>
        <p:spPr bwMode="auto">
          <a:xfrm>
            <a:off x="676932" y="424756"/>
            <a:ext cx="10836328" cy="39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p>
            <a:pPr lvl="0"/>
            <a:r>
              <a:rPr lang="ja-JP" altLang="en-US"/>
              <a:t>マスタ タイトルの書式設定</a:t>
            </a: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Lst>
  <p:txStyles>
    <p:titleStyle>
      <a:lvl1pPr algn="l" defTabSz="946150" rtl="0" eaLnBrk="1" fontAlgn="base" hangingPunct="1">
        <a:spcBef>
          <a:spcPct val="0"/>
        </a:spcBef>
        <a:spcAft>
          <a:spcPct val="0"/>
        </a:spcAft>
        <a:defRPr kumimoji="1" sz="2175" b="1" kern="1200">
          <a:solidFill>
            <a:srgbClr val="000000"/>
          </a:solidFill>
          <a:latin typeface="ＭＳ Ｐゴシック" panose="020B0600070205080204" pitchFamily="50" charset="-128"/>
          <a:ea typeface="ＭＳ Ｐゴシック" panose="020B0600070205080204" pitchFamily="50" charset="-128"/>
          <a:cs typeface="ＭＳ Ｐゴシック" panose="020B0600070205080204" pitchFamily="50" charset="-128"/>
        </a:defRPr>
      </a:lvl1pPr>
      <a:lvl2pPr algn="l" defTabSz="946150" rtl="0" eaLnBrk="1" fontAlgn="base" hangingPunct="1">
        <a:spcBef>
          <a:spcPct val="0"/>
        </a:spcBef>
        <a:spcAft>
          <a:spcPct val="0"/>
        </a:spcAft>
        <a:defRPr kumimoji="1" sz="2175" b="1">
          <a:solidFill>
            <a:srgbClr val="000000"/>
          </a:solidFill>
          <a:latin typeface="ＭＳ Ｐゴシック" panose="020B0600070205080204" pitchFamily="50" charset="-128"/>
          <a:ea typeface="ＭＳ Ｐゴシック" panose="020B0600070205080204" pitchFamily="50" charset="-128"/>
        </a:defRPr>
      </a:lvl2pPr>
      <a:lvl3pPr algn="l" defTabSz="946150" rtl="0" eaLnBrk="1" fontAlgn="base" hangingPunct="1">
        <a:spcBef>
          <a:spcPct val="0"/>
        </a:spcBef>
        <a:spcAft>
          <a:spcPct val="0"/>
        </a:spcAft>
        <a:defRPr kumimoji="1" sz="2175" b="1">
          <a:solidFill>
            <a:srgbClr val="000000"/>
          </a:solidFill>
          <a:latin typeface="ＭＳ Ｐゴシック" panose="020B0600070205080204" pitchFamily="50" charset="-128"/>
          <a:ea typeface="ＭＳ Ｐゴシック" panose="020B0600070205080204" pitchFamily="50" charset="-128"/>
        </a:defRPr>
      </a:lvl3pPr>
      <a:lvl4pPr algn="l" defTabSz="946150" rtl="0" eaLnBrk="1" fontAlgn="base" hangingPunct="1">
        <a:spcBef>
          <a:spcPct val="0"/>
        </a:spcBef>
        <a:spcAft>
          <a:spcPct val="0"/>
        </a:spcAft>
        <a:defRPr kumimoji="1" sz="2175" b="1">
          <a:solidFill>
            <a:srgbClr val="000000"/>
          </a:solidFill>
          <a:latin typeface="ＭＳ Ｐゴシック" panose="020B0600070205080204" pitchFamily="50" charset="-128"/>
          <a:ea typeface="ＭＳ Ｐゴシック" panose="020B0600070205080204" pitchFamily="50" charset="-128"/>
        </a:defRPr>
      </a:lvl4pPr>
      <a:lvl5pPr algn="l" defTabSz="946150" rtl="0" eaLnBrk="1" fontAlgn="base" hangingPunct="1">
        <a:spcBef>
          <a:spcPct val="0"/>
        </a:spcBef>
        <a:spcAft>
          <a:spcPct val="0"/>
        </a:spcAft>
        <a:defRPr kumimoji="1" sz="2175" b="1">
          <a:solidFill>
            <a:srgbClr val="000000"/>
          </a:solidFill>
          <a:latin typeface="ＭＳ Ｐゴシック" panose="020B0600070205080204" pitchFamily="50" charset="-128"/>
          <a:ea typeface="ＭＳ Ｐゴシック" panose="020B0600070205080204" pitchFamily="50" charset="-128"/>
        </a:defRPr>
      </a:lvl5pPr>
      <a:lvl6pPr marL="414655" algn="l" defTabSz="946150" rtl="0" eaLnBrk="1" fontAlgn="base" hangingPunct="1">
        <a:spcBef>
          <a:spcPct val="0"/>
        </a:spcBef>
        <a:spcAft>
          <a:spcPct val="0"/>
        </a:spcAft>
        <a:defRPr kumimoji="1" sz="2175" b="1">
          <a:solidFill>
            <a:srgbClr val="000000"/>
          </a:solidFill>
          <a:latin typeface="ＭＳ Ｐゴシック" panose="020B0600070205080204" pitchFamily="50" charset="-128"/>
          <a:ea typeface="ＭＳ Ｐゴシック" panose="020B0600070205080204" pitchFamily="50" charset="-128"/>
        </a:defRPr>
      </a:lvl6pPr>
      <a:lvl7pPr marL="829310" algn="l" defTabSz="946150" rtl="0" eaLnBrk="1" fontAlgn="base" hangingPunct="1">
        <a:spcBef>
          <a:spcPct val="0"/>
        </a:spcBef>
        <a:spcAft>
          <a:spcPct val="0"/>
        </a:spcAft>
        <a:defRPr kumimoji="1" sz="2175" b="1">
          <a:solidFill>
            <a:srgbClr val="000000"/>
          </a:solidFill>
          <a:latin typeface="ＭＳ Ｐゴシック" panose="020B0600070205080204" pitchFamily="50" charset="-128"/>
          <a:ea typeface="ＭＳ Ｐゴシック" panose="020B0600070205080204" pitchFamily="50" charset="-128"/>
        </a:defRPr>
      </a:lvl7pPr>
      <a:lvl8pPr marL="1243965" algn="l" defTabSz="946150" rtl="0" eaLnBrk="1" fontAlgn="base" hangingPunct="1">
        <a:spcBef>
          <a:spcPct val="0"/>
        </a:spcBef>
        <a:spcAft>
          <a:spcPct val="0"/>
        </a:spcAft>
        <a:defRPr kumimoji="1" sz="2175" b="1">
          <a:solidFill>
            <a:srgbClr val="000000"/>
          </a:solidFill>
          <a:latin typeface="ＭＳ Ｐゴシック" panose="020B0600070205080204" pitchFamily="50" charset="-128"/>
          <a:ea typeface="ＭＳ Ｐゴシック" panose="020B0600070205080204" pitchFamily="50" charset="-128"/>
        </a:defRPr>
      </a:lvl8pPr>
      <a:lvl9pPr marL="1658620" algn="l" defTabSz="946150" rtl="0" eaLnBrk="1" fontAlgn="base" hangingPunct="1">
        <a:spcBef>
          <a:spcPct val="0"/>
        </a:spcBef>
        <a:spcAft>
          <a:spcPct val="0"/>
        </a:spcAft>
        <a:defRPr kumimoji="1" sz="2175" b="1">
          <a:solidFill>
            <a:srgbClr val="000000"/>
          </a:solidFill>
          <a:latin typeface="ＭＳ Ｐゴシック" panose="020B0600070205080204" pitchFamily="50" charset="-128"/>
          <a:ea typeface="ＭＳ Ｐゴシック" panose="020B0600070205080204" pitchFamily="50" charset="-128"/>
        </a:defRPr>
      </a:lvl9pPr>
    </p:titleStyle>
    <p:bodyStyle>
      <a:lvl1pPr algn="l" defTabSz="946150" rtl="0" eaLnBrk="1" fontAlgn="base" hangingPunct="1">
        <a:spcBef>
          <a:spcPct val="20000"/>
        </a:spcBef>
        <a:spcAft>
          <a:spcPct val="0"/>
        </a:spcAft>
        <a:defRPr kumimoji="1" lang="ja-JP" altLang="en-US" sz="1905" b="1" kern="1200">
          <a:solidFill>
            <a:srgbClr val="000000"/>
          </a:solidFill>
          <a:latin typeface="+mn-ea"/>
          <a:ea typeface="+mn-ea"/>
          <a:cs typeface="+mn-cs"/>
        </a:defRPr>
      </a:lvl1pPr>
      <a:lvl2pPr algn="l" defTabSz="946150" rtl="0" eaLnBrk="1" fontAlgn="base" hangingPunct="1">
        <a:spcBef>
          <a:spcPct val="20000"/>
        </a:spcBef>
        <a:spcAft>
          <a:spcPct val="0"/>
        </a:spcAft>
        <a:defRPr kumimoji="1" lang="ja-JP" altLang="en-US" sz="1725" kern="1200">
          <a:solidFill>
            <a:srgbClr val="000000"/>
          </a:solidFill>
          <a:latin typeface="+mn-ea"/>
          <a:ea typeface="+mn-ea"/>
          <a:cs typeface="+mn-cs"/>
        </a:defRPr>
      </a:lvl2pPr>
      <a:lvl3pPr marL="256540" algn="l" defTabSz="946150" rtl="0" eaLnBrk="1" fontAlgn="base" hangingPunct="1">
        <a:spcBef>
          <a:spcPct val="20000"/>
        </a:spcBef>
        <a:spcAft>
          <a:spcPct val="0"/>
        </a:spcAft>
        <a:defRPr kumimoji="1" lang="ja-JP" altLang="en-US" sz="1540" kern="1200">
          <a:solidFill>
            <a:srgbClr val="000000"/>
          </a:solidFill>
          <a:latin typeface="+mn-ea"/>
          <a:ea typeface="+mn-ea"/>
          <a:cs typeface="+mn-cs"/>
        </a:defRPr>
      </a:lvl3pPr>
      <a:lvl4pPr marL="427355" algn="l" defTabSz="946150" rtl="0" eaLnBrk="1" fontAlgn="base" hangingPunct="1">
        <a:spcBef>
          <a:spcPct val="20000"/>
        </a:spcBef>
        <a:spcAft>
          <a:spcPct val="0"/>
        </a:spcAft>
        <a:defRPr kumimoji="1" lang="ja-JP" altLang="en-US" sz="1360" kern="1200">
          <a:solidFill>
            <a:srgbClr val="000000"/>
          </a:solidFill>
          <a:latin typeface="+mn-ea"/>
          <a:ea typeface="+mn-ea"/>
          <a:cs typeface="+mn-cs"/>
        </a:defRPr>
      </a:lvl4pPr>
      <a:lvl5pPr marL="598805" algn="l" defTabSz="946150" rtl="0" eaLnBrk="1" fontAlgn="base" hangingPunct="1">
        <a:spcBef>
          <a:spcPct val="20000"/>
        </a:spcBef>
        <a:spcAft>
          <a:spcPct val="0"/>
        </a:spcAft>
        <a:defRPr kumimoji="1" lang="ja-JP" altLang="en-US" sz="1360" kern="1200">
          <a:solidFill>
            <a:srgbClr val="000000"/>
          </a:solidFill>
          <a:latin typeface="+mn-ea"/>
          <a:ea typeface="+mn-ea"/>
          <a:cs typeface="+mn-cs"/>
        </a:defRPr>
      </a:lvl5pPr>
      <a:lvl6pPr marL="2601595" indent="-236220" algn="l" defTabSz="946150" rtl="0" eaLnBrk="1" latinLnBrk="0" hangingPunct="1">
        <a:spcBef>
          <a:spcPct val="20000"/>
        </a:spcBef>
        <a:buFont typeface="Arial" panose="020B0604020202020204" pitchFamily="34" charset="0"/>
        <a:buChar char="•"/>
        <a:defRPr kumimoji="1" sz="2085" kern="1200">
          <a:solidFill>
            <a:schemeClr val="tx1"/>
          </a:solidFill>
          <a:latin typeface="+mn-lt"/>
          <a:ea typeface="+mn-ea"/>
          <a:cs typeface="+mn-cs"/>
        </a:defRPr>
      </a:lvl6pPr>
      <a:lvl7pPr marL="3074670" indent="-236220" algn="l" defTabSz="946150" rtl="0" eaLnBrk="1" latinLnBrk="0" hangingPunct="1">
        <a:spcBef>
          <a:spcPct val="20000"/>
        </a:spcBef>
        <a:buFont typeface="Arial" panose="020B0604020202020204" pitchFamily="34" charset="0"/>
        <a:buChar char="•"/>
        <a:defRPr kumimoji="1" sz="2085" kern="1200">
          <a:solidFill>
            <a:schemeClr val="tx1"/>
          </a:solidFill>
          <a:latin typeface="+mn-lt"/>
          <a:ea typeface="+mn-ea"/>
          <a:cs typeface="+mn-cs"/>
        </a:defRPr>
      </a:lvl7pPr>
      <a:lvl8pPr marL="3547745" indent="-236220" algn="l" defTabSz="946150" rtl="0" eaLnBrk="1" latinLnBrk="0" hangingPunct="1">
        <a:spcBef>
          <a:spcPct val="20000"/>
        </a:spcBef>
        <a:buFont typeface="Arial" panose="020B0604020202020204" pitchFamily="34" charset="0"/>
        <a:buChar char="•"/>
        <a:defRPr kumimoji="1" sz="2085" kern="1200">
          <a:solidFill>
            <a:schemeClr val="tx1"/>
          </a:solidFill>
          <a:latin typeface="+mn-lt"/>
          <a:ea typeface="+mn-ea"/>
          <a:cs typeface="+mn-cs"/>
        </a:defRPr>
      </a:lvl8pPr>
      <a:lvl9pPr marL="4020820" indent="-236220" algn="l" defTabSz="946150" rtl="0" eaLnBrk="1" latinLnBrk="0" hangingPunct="1">
        <a:spcBef>
          <a:spcPct val="20000"/>
        </a:spcBef>
        <a:buFont typeface="Arial" panose="020B0604020202020204" pitchFamily="34" charset="0"/>
        <a:buChar char="•"/>
        <a:defRPr kumimoji="1" sz="2085" kern="1200">
          <a:solidFill>
            <a:schemeClr val="tx1"/>
          </a:solidFill>
          <a:latin typeface="+mn-lt"/>
          <a:ea typeface="+mn-ea"/>
          <a:cs typeface="+mn-cs"/>
        </a:defRPr>
      </a:lvl9pPr>
    </p:bodyStyle>
    <p:otherStyle>
      <a:defPPr>
        <a:defRPr lang="ja-JP"/>
      </a:defPPr>
      <a:lvl1pPr marL="0" algn="l" defTabSz="946150" rtl="0" eaLnBrk="1" latinLnBrk="0" hangingPunct="1">
        <a:defRPr kumimoji="1" sz="1815" kern="1200">
          <a:solidFill>
            <a:schemeClr val="tx1"/>
          </a:solidFill>
          <a:latin typeface="+mn-lt"/>
          <a:ea typeface="+mn-ea"/>
          <a:cs typeface="+mn-cs"/>
        </a:defRPr>
      </a:lvl1pPr>
      <a:lvl2pPr marL="473075" algn="l" defTabSz="946150" rtl="0" eaLnBrk="1" latinLnBrk="0" hangingPunct="1">
        <a:defRPr kumimoji="1" sz="1815" kern="1200">
          <a:solidFill>
            <a:schemeClr val="tx1"/>
          </a:solidFill>
          <a:latin typeface="+mn-lt"/>
          <a:ea typeface="+mn-ea"/>
          <a:cs typeface="+mn-cs"/>
        </a:defRPr>
      </a:lvl2pPr>
      <a:lvl3pPr marL="946150" algn="l" defTabSz="946150" rtl="0" eaLnBrk="1" latinLnBrk="0" hangingPunct="1">
        <a:defRPr kumimoji="1" sz="1815" kern="1200">
          <a:solidFill>
            <a:schemeClr val="tx1"/>
          </a:solidFill>
          <a:latin typeface="+mn-lt"/>
          <a:ea typeface="+mn-ea"/>
          <a:cs typeface="+mn-cs"/>
        </a:defRPr>
      </a:lvl3pPr>
      <a:lvl4pPr marL="1419225" algn="l" defTabSz="946150" rtl="0" eaLnBrk="1" latinLnBrk="0" hangingPunct="1">
        <a:defRPr kumimoji="1" sz="1815" kern="1200">
          <a:solidFill>
            <a:schemeClr val="tx1"/>
          </a:solidFill>
          <a:latin typeface="+mn-lt"/>
          <a:ea typeface="+mn-ea"/>
          <a:cs typeface="+mn-cs"/>
        </a:defRPr>
      </a:lvl4pPr>
      <a:lvl5pPr marL="1892300" algn="l" defTabSz="946150" rtl="0" eaLnBrk="1" latinLnBrk="0" hangingPunct="1">
        <a:defRPr kumimoji="1" sz="1815" kern="1200">
          <a:solidFill>
            <a:schemeClr val="tx1"/>
          </a:solidFill>
          <a:latin typeface="+mn-lt"/>
          <a:ea typeface="+mn-ea"/>
          <a:cs typeface="+mn-cs"/>
        </a:defRPr>
      </a:lvl5pPr>
      <a:lvl6pPr marL="2365375" algn="l" defTabSz="946150" rtl="0" eaLnBrk="1" latinLnBrk="0" hangingPunct="1">
        <a:defRPr kumimoji="1" sz="1815" kern="1200">
          <a:solidFill>
            <a:schemeClr val="tx1"/>
          </a:solidFill>
          <a:latin typeface="+mn-lt"/>
          <a:ea typeface="+mn-ea"/>
          <a:cs typeface="+mn-cs"/>
        </a:defRPr>
      </a:lvl6pPr>
      <a:lvl7pPr marL="2838450" algn="l" defTabSz="946150" rtl="0" eaLnBrk="1" latinLnBrk="0" hangingPunct="1">
        <a:defRPr kumimoji="1" sz="1815" kern="1200">
          <a:solidFill>
            <a:schemeClr val="tx1"/>
          </a:solidFill>
          <a:latin typeface="+mn-lt"/>
          <a:ea typeface="+mn-ea"/>
          <a:cs typeface="+mn-cs"/>
        </a:defRPr>
      </a:lvl7pPr>
      <a:lvl8pPr marL="3310890" algn="l" defTabSz="946150" rtl="0" eaLnBrk="1" latinLnBrk="0" hangingPunct="1">
        <a:defRPr kumimoji="1" sz="1815" kern="1200">
          <a:solidFill>
            <a:schemeClr val="tx1"/>
          </a:solidFill>
          <a:latin typeface="+mn-lt"/>
          <a:ea typeface="+mn-ea"/>
          <a:cs typeface="+mn-cs"/>
        </a:defRPr>
      </a:lvl8pPr>
      <a:lvl9pPr marL="3783965" algn="l" defTabSz="946150" rtl="0" eaLnBrk="1" latinLnBrk="0" hangingPunct="1">
        <a:defRPr kumimoji="1" sz="18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jpeg"/><Relationship Id="rId6" Type="http://schemas.openxmlformats.org/officeDocument/2006/relationships/hyperlink" Target="https://www.google.com/maps/search/?api=1&amp;query={{mapQuery}}"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 Id="rId3" Type="http://schemas.openxmlformats.org/officeDocument/2006/relationships/image" Target="../media/image9.jpe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13.png"/><Relationship Id="rId7"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5.jpe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5" name="正方形/長方形 4"/>
          <p:cNvSpPr/>
          <p:nvPr/>
        </p:nvSpPr>
        <p:spPr>
          <a:xfrm>
            <a:off x="4268740" y="2534504"/>
            <a:ext cx="3748183" cy="172528"/>
          </a:xfrm>
          <a:prstGeom prst="rect">
            <a:avLst/>
          </a:prstGeom>
          <a:solidFill>
            <a:srgbClr val="B3E3D7"/>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44000" tIns="0" rIns="144000" bIns="25200" numCol="1" spcCol="0" rtlCol="0" fromWordArt="0" anchor="ctr" anchorCtr="0" forceAA="0" compatLnSpc="1">
            <a:noAutofit/>
          </a:bodyPr>
          <a:lstStyle/>
          <a:p>
            <a:pPr algn="ctr"/>
            <a:endParaRPr kumimoji="1" lang="ja-JP" altLang="en-US" sz="1400" dirty="0">
              <a:solidFill>
                <a:schemeClr val="tx1"/>
              </a:solidFill>
              <a:latin typeface="HGPｺﾞｼｯｸM" panose="020B0600000000000000" pitchFamily="50" charset="-128"/>
              <a:ea typeface="HGPｺﾞｼｯｸM" panose="020B0600000000000000" pitchFamily="50" charset="-128"/>
            </a:endParaRPr>
          </a:p>
        </p:txBody>
      </p:sp>
      <p:sp>
        <p:nvSpPr>
          <p:cNvPr id="64" name="Google Shape;64;p14"/>
          <p:cNvSpPr txBox="1"/>
          <p:nvPr/>
        </p:nvSpPr>
        <p:spPr>
          <a:xfrm>
            <a:off x="4267835" y="1955165"/>
            <a:ext cx="3748405" cy="949960"/>
          </a:xfrm>
          <a:prstGeom prst="rect">
            <a:avLst/>
          </a:prstGeom>
          <a:noFill/>
          <a:ln>
            <a:noFill/>
          </a:ln>
        </p:spPr>
        <p:txBody>
          <a:bodyPr spcFirstLastPara="1" wrap="square" lIns="121900" tIns="121900" rIns="121900" bIns="121900" anchor="t" anchorCtr="0">
            <a:spAutoFit/>
          </a:bodyPr>
          <a:lstStyle/>
          <a:p>
            <a:pPr algn="ctr">
              <a:lnSpc>
                <a:spcPct val="115000"/>
              </a:lnSpc>
            </a:pPr>
            <a:r>
              <a:rPr lang="ja-JP" altLang="en-US" sz="4000" b="1" dirty="0">
                <a:solidFill>
                  <a:schemeClr val="dk1"/>
                </a:solidFill>
                <a:latin typeface="メイリオ" panose="020B0604030504040204" pitchFamily="50" charset="-128"/>
                <a:ea typeface="メイリオ" panose="020B0604030504040204" pitchFamily="50" charset="-128"/>
              </a:rPr>
              <a:t>試算レポート</a:t>
            </a:r>
          </a:p>
        </p:txBody>
      </p:sp>
      <p:pic>
        <p:nvPicPr>
          <p:cNvPr id="3" name="図 2"/>
          <p:cNvPicPr>
            <a:picLocks noChangeAspect="1"/>
          </p:cNvPicPr>
          <p:nvPr/>
        </p:nvPicPr>
        <p:blipFill>
          <a:blip r:embed="rId3"/>
          <a:stretch>
            <a:fillRect/>
          </a:stretch>
        </p:blipFill>
        <p:spPr>
          <a:xfrm>
            <a:off x="4759813" y="490042"/>
            <a:ext cx="2672365" cy="1340184"/>
          </a:xfrm>
          <a:prstGeom prst="rect">
            <a:avLst/>
          </a:prstGeom>
        </p:spPr>
      </p:pic>
      <p:pic>
        <p:nvPicPr>
          <p:cNvPr id="7" name="図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75069" y="5345191"/>
            <a:ext cx="3841854" cy="343596"/>
          </a:xfrm>
          <a:prstGeom prst="rect">
            <a:avLst/>
          </a:prstGeom>
        </p:spPr>
      </p:pic>
      <p:sp>
        <p:nvSpPr>
          <p:cNvPr id="6" name="Google Shape;64;p14"/>
          <p:cNvSpPr txBox="1"/>
          <p:nvPr/>
        </p:nvSpPr>
        <p:spPr>
          <a:xfrm>
            <a:off x="4084601" y="4887729"/>
            <a:ext cx="4022790" cy="525145"/>
          </a:xfrm>
          <a:prstGeom prst="rect">
            <a:avLst/>
          </a:prstGeom>
          <a:noFill/>
          <a:ln>
            <a:noFill/>
          </a:ln>
        </p:spPr>
        <p:txBody>
          <a:bodyPr spcFirstLastPara="1" wrap="square" lIns="121900" tIns="121900" rIns="121900" bIns="121900" anchor="t" anchorCtr="0">
            <a:spAutoFit/>
          </a:bodyPr>
          <a:lstStyle/>
          <a:p>
            <a:pPr algn="ctr">
              <a:lnSpc>
                <a:spcPct val="115000"/>
              </a:lnSpc>
            </a:pPr>
            <a:r>
              <a:rPr lang="ja-JP" altLang="ja-JP" sz="1600" b="1" dirty="0">
                <a:solidFill>
                  <a:schemeClr val="dk1"/>
                </a:solidFill>
                <a:latin typeface="メイリオ" panose="020B0604030504040204" pitchFamily="50" charset="-128"/>
                <a:ea typeface="メイリオ" panose="020B0604030504040204" pitchFamily="50" charset="-128"/>
              </a:rPr>
              <a:t>{{date}}</a:t>
            </a:r>
            <a:endParaRPr lang="ja-JP" altLang="ja-JP" sz="1600" b="1" dirty="0">
              <a:solidFill>
                <a:schemeClr val="dk1"/>
              </a:solidFill>
              <a:latin typeface="メイリオ" panose="020B0604030504040204" pitchFamily="50" charset="-128"/>
              <a:ea typeface="メイリオ" panose="020B0604030504040204" pitchFamily="50" charset="-128"/>
            </a:endParaRPr>
          </a:p>
        </p:txBody>
      </p:sp>
      <p:sp>
        <p:nvSpPr>
          <p:cNvPr id="2" name="Google Shape;64;p14"/>
          <p:cNvSpPr txBox="1"/>
          <p:nvPr/>
        </p:nvSpPr>
        <p:spPr>
          <a:xfrm>
            <a:off x="2333625" y="2935605"/>
            <a:ext cx="9136380" cy="2015896"/>
          </a:xfrm>
          <a:prstGeom prst="rect">
            <a:avLst/>
          </a:prstGeom>
          <a:noFill/>
          <a:ln>
            <a:noFill/>
          </a:ln>
        </p:spPr>
        <p:txBody>
          <a:bodyPr spcFirstLastPara="1" wrap="square" lIns="121900" tIns="121900" rIns="121900" bIns="121900" anchor="t" anchorCtr="0">
            <a:spAutoFit/>
          </a:bodyPr>
          <a:lstStyle/>
          <a:p>
            <a:pPr algn="l">
              <a:lnSpc>
                <a:spcPct val="115000"/>
              </a:lnSpc>
            </a:pPr>
            <a:r>
              <a:rPr lang="ja-JP" altLang="en-US" b="1" dirty="0">
                <a:latin typeface="メイリオ" panose="020B0604030504040204" pitchFamily="50" charset="-128"/>
                <a:ea typeface="メイリオ" panose="020B0604030504040204" pitchFamily="50" charset="-128"/>
                <a:cs typeface="メイリオ" panose="020B0604030504040204" pitchFamily="50" charset="-128"/>
                <a:sym typeface="+mn-ea"/>
              </a:rPr>
              <a:t>物件住所：</a:t>
            </a:r>
            <a:r>
              <a:rPr lang="ja-JP" altLang="en-US" b="1" dirty="0">
                <a:latin typeface="メイリオ" panose="020B0604030504040204" pitchFamily="50" charset="-128"/>
                <a:ea typeface="メイリオ" panose="020B0604030504040204" pitchFamily="50" charset="-128"/>
                <a:cs typeface="メイリオ" panose="020B0604030504040204" pitchFamily="50" charset="-128"/>
                <a:sym typeface="+mn-ea"/>
              </a:rPr>
              <a:t>{{address}}</a:t>
            </a:r>
            <a:endParaRPr lang="ja-JP" altLang="en-US" b="1" dirty="0">
              <a:latin typeface="メイリオ" panose="020B0604030504040204" pitchFamily="50" charset="-128"/>
              <a:ea typeface="メイリオ" panose="020B0604030504040204" pitchFamily="50" charset="-128"/>
              <a:cs typeface="メイリオ" panose="020B0604030504040204" pitchFamily="50" charset="-128"/>
              <a:sym typeface="+mn-ea"/>
            </a:endParaRPr>
          </a:p>
          <a:p>
            <a:pPr algn="l">
              <a:lnSpc>
                <a:spcPct val="115000"/>
              </a:lnSpc>
            </a:pPr>
            <a:r>
              <a:rPr lang="ja-JP" altLang="en-US" b="1" dirty="0">
                <a:latin typeface="メイリオ" panose="020B0604030504040204" pitchFamily="50" charset="-128"/>
                <a:ea typeface="メイリオ" panose="020B0604030504040204" pitchFamily="50" charset="-128"/>
                <a:cs typeface="メイリオ" panose="020B0604030504040204" pitchFamily="50" charset="-128"/>
                <a:sym typeface="+mn-ea"/>
              </a:rPr>
              <a:t>坪数：</a:t>
            </a:r>
            <a:r>
              <a:rPr lang="ja-JP" altLang="en-US" b="1" dirty="0">
                <a:latin typeface="メイリオ" panose="020B0604030504040204" pitchFamily="50" charset="-128"/>
                <a:ea typeface="メイリオ" panose="020B0604030504040204" pitchFamily="50" charset="-128"/>
                <a:cs typeface="メイリオ" panose="020B0604030504040204" pitchFamily="50" charset="-128"/>
                <a:sym typeface="+mn-ea"/>
              </a:rPr>
              <a:t>{{tsubo}}</a:t>
            </a:r>
            <a:r>
              <a:rPr lang="ja-JP" altLang="en-US" b="1" dirty="0">
                <a:latin typeface="メイリオ" panose="020B0604030504040204" pitchFamily="50" charset="-128"/>
                <a:ea typeface="メイリオ" panose="020B0604030504040204" pitchFamily="50" charset="-128"/>
                <a:cs typeface="メイリオ" panose="020B0604030504040204" pitchFamily="50" charset="-128"/>
                <a:sym typeface="+mn-ea"/>
              </a:rPr>
              <a:t>坪</a:t>
            </a:r>
            <a:endParaRPr lang="ja-JP" altLang="en-US" b="1" dirty="0">
              <a:latin typeface="メイリオ" panose="020B0604030504040204" pitchFamily="50" charset="-128"/>
              <a:ea typeface="メイリオ" panose="020B0604030504040204" pitchFamily="50" charset="-128"/>
              <a:cs typeface="メイリオ" panose="020B0604030504040204" pitchFamily="50" charset="-128"/>
            </a:endParaRPr>
          </a:p>
          <a:p>
            <a:pPr algn="l">
              <a:lnSpc>
                <a:spcPct val="115000"/>
              </a:lnSpc>
            </a:pPr>
            <a:r>
              <a:rPr lang="ja-JP" altLang="en-US" b="1" dirty="0">
                <a:latin typeface="メイリオ" panose="020B0604030504040204" pitchFamily="50" charset="-128"/>
                <a:ea typeface="メイリオ" panose="020B0604030504040204" pitchFamily="50" charset="-128"/>
                <a:cs typeface="メイリオ" panose="020B0604030504040204" pitchFamily="50" charset="-128"/>
                <a:sym typeface="+mn-ea"/>
              </a:rPr>
              <a:t>賃料：</a:t>
            </a:r>
            <a:r>
              <a:rPr lang="ja-JP" altLang="en-US" b="1" dirty="0">
                <a:latin typeface="メイリオ" panose="020B0604030504040204" pitchFamily="50" charset="-128"/>
                <a:ea typeface="メイリオ" panose="020B0604030504040204" pitchFamily="50" charset="-128"/>
                <a:cs typeface="メイリオ" panose="020B0604030504040204" pitchFamily="50" charset="-128"/>
                <a:sym typeface="+mn-ea"/>
              </a:rPr>
              <a:t>{{rentMan}}</a:t>
            </a:r>
            <a:r>
              <a:rPr lang="ja-JP" altLang="en-US" b="1" dirty="0">
                <a:latin typeface="メイリオ" panose="020B0604030504040204" pitchFamily="50" charset="-128"/>
                <a:ea typeface="メイリオ" panose="020B0604030504040204" pitchFamily="50" charset="-128"/>
                <a:cs typeface="メイリオ" panose="020B0604030504040204" pitchFamily="50" charset="-128"/>
                <a:sym typeface="+mn-ea"/>
              </a:rPr>
              <a:t>万円（坪単価約</a:t>
            </a:r>
            <a:r>
              <a:rPr lang="ja-JP" altLang="en-US" b="1" dirty="0">
                <a:latin typeface="メイリオ" panose="020B0604030504040204" pitchFamily="50" charset="-128"/>
                <a:ea typeface="メイリオ" panose="020B0604030504040204" pitchFamily="50" charset="-128"/>
                <a:cs typeface="メイリオ" panose="020B0604030504040204" pitchFamily="50" charset="-128"/>
                <a:sym typeface="+mn-ea"/>
              </a:rPr>
              <a:t>{{rentPerTsubo}}</a:t>
            </a:r>
            <a:r>
              <a:rPr lang="ja-JP" altLang="en-US" b="1" dirty="0">
                <a:latin typeface="メイリオ" panose="020B0604030504040204" pitchFamily="50" charset="-128"/>
                <a:ea typeface="メイリオ" panose="020B0604030504040204" pitchFamily="50" charset="-128"/>
                <a:cs typeface="メイリオ" panose="020B0604030504040204" pitchFamily="50" charset="-128"/>
                <a:sym typeface="+mn-ea"/>
              </a:rPr>
              <a:t>円）</a:t>
            </a:r>
            <a:endParaRPr lang="ja-JP" altLang="en-US" b="1" dirty="0">
              <a:latin typeface="メイリオ" panose="020B0604030504040204" pitchFamily="50" charset="-128"/>
              <a:ea typeface="メイリオ" panose="020B0604030504040204" pitchFamily="50" charset="-128"/>
              <a:cs typeface="メイリオ" panose="020B0604030504040204" pitchFamily="50" charset="-128"/>
            </a:endParaRPr>
          </a:p>
          <a:p>
            <a:pPr algn="l">
              <a:lnSpc>
                <a:spcPct val="115000"/>
              </a:lnSpc>
            </a:pPr>
            <a:r>
              <a:rPr lang="ja-JP" altLang="en-US" b="1" dirty="0">
                <a:latin typeface="メイリオ" panose="020B0604030504040204" pitchFamily="50" charset="-128"/>
                <a:ea typeface="メイリオ" panose="020B0604030504040204" pitchFamily="50" charset="-128"/>
                <a:cs typeface="メイリオ" panose="020B0604030504040204" pitchFamily="50" charset="-128"/>
                <a:sym typeface="+mn-ea"/>
              </a:rPr>
              <a:t>ロイヤリティ：</a:t>
            </a:r>
            <a:r>
              <a:rPr lang="ja-JP" altLang="en-US" b="1" dirty="0">
                <a:latin typeface="メイリオ" panose="020B0604030504040204" pitchFamily="50" charset="-128"/>
                <a:ea typeface="メイリオ" panose="020B0604030504040204" pitchFamily="50" charset="-128"/>
                <a:cs typeface="メイリオ" panose="020B0604030504040204" pitchFamily="50" charset="-128"/>
                <a:sym typeface="+mn-ea"/>
              </a:rPr>
              <a:t>{{royalty}}</a:t>
            </a:r>
            <a:r>
              <a:rPr lang="ja-JP" altLang="en-US" b="1" dirty="0">
                <a:latin typeface="メイリオ" panose="020B0604030504040204" pitchFamily="50" charset="-128"/>
                <a:ea typeface="メイリオ" panose="020B0604030504040204" pitchFamily="50" charset="-128"/>
                <a:cs typeface="メイリオ" panose="020B0604030504040204" pitchFamily="50" charset="-128"/>
                <a:sym typeface="+mn-ea"/>
              </a:rPr>
              <a:t>％</a:t>
            </a:r>
          </a:p>
          <a:p>
            <a:pPr algn="l">
              <a:lnSpc>
                <a:spcPct val="115000"/>
              </a:lnSpc>
            </a:pPr>
            <a:r>
              <a:rPr lang="ja-JP" altLang="en-US" b="1" dirty="0">
                <a:latin typeface="メイリオ" panose="020B0604030504040204" pitchFamily="50" charset="-128"/>
                <a:ea typeface="メイリオ" panose="020B0604030504040204" pitchFamily="50" charset="-128"/>
                <a:cs typeface="メイリオ" panose="020B0604030504040204" pitchFamily="50" charset="-128"/>
                <a:sym typeface="+mn-ea"/>
              </a:rPr>
              <a:t>グーグルマップ：</a:t>
            </a:r>
            <a:r>
              <a:rPr lang="ja-JP" altLang="en-US" b="1" dirty="0">
                <a:latin typeface="メイリオ" panose="020B0604030504040204" pitchFamily="50" charset="-128"/>
                <a:ea typeface="メイリオ" panose="020B0604030504040204" pitchFamily="50" charset="-128"/>
                <a:cs typeface="メイリオ" panose="020B0604030504040204" pitchFamily="50" charset="-128"/>
                <a:sym typeface="+mn-ea"/>
                <a:hlinkClick r:id="rId6"/>
              </a:rPr>
              <a:t>リンク</a:t>
            </a:r>
          </a:p>
        </p:txBody>
      </p:sp>
      <p:sp>
        <p:nvSpPr>
          <p:cNvPr id="4" name="角丸四角形 3"/>
          <p:cNvSpPr/>
          <p:nvPr/>
        </p:nvSpPr>
        <p:spPr>
          <a:xfrm>
            <a:off x="9573260" y="184785"/>
            <a:ext cx="2075815" cy="361950"/>
          </a:xfrm>
          <a:prstGeom prst="roundRect">
            <a:avLst/>
          </a:prstGeom>
          <a:ln>
            <a:solidFill>
              <a:srgbClr val="FF0000"/>
            </a:solidFill>
          </a:ln>
          <a:extLst>
            <a:ext uri="{909E8E84-426E-40DD-AFC4-6F175D3DCCD1}">
              <a14:hiddenFill xmlns:a14="http://schemas.microsoft.com/office/drawing/2010/main">
                <a:solidFill>
                  <a:srgbClr val="FF0000"/>
                </a:solidFill>
              </a14:hiddenFill>
            </a:ext>
          </a:extLst>
        </p:spPr>
        <p:style>
          <a:lnRef idx="2">
            <a:schemeClr val="accent2"/>
          </a:lnRef>
          <a:fillRef idx="1">
            <a:schemeClr val="lt1"/>
          </a:fillRef>
          <a:effectRef idx="0">
            <a:schemeClr val="accent2"/>
          </a:effectRef>
          <a:fontRef idx="minor">
            <a:schemeClr val="dk1"/>
          </a:fontRef>
        </p:style>
        <p:txBody>
          <a:bodyPr rot="0" vertOverflow="overflow" horzOverflow="overflow" vert="horz" wrap="square" lIns="144000" tIns="0" rIns="144000" bIns="25200" numCol="1" spcCol="0" rtlCol="0" fromWordArt="0" anchor="ctr" anchorCtr="0" forceAA="0" compatLnSpc="1">
            <a:noAutofit/>
          </a:bodyPr>
          <a:lstStyle/>
          <a:p>
            <a:pPr algn="ctr"/>
            <a:r>
              <a:rPr kumimoji="1" lang="en-US" altLang="ja-JP" b="1" dirty="0">
                <a:solidFill>
                  <a:srgbClr val="FF0000"/>
                </a:solidFill>
                <a:effectLst>
                  <a:outerShdw blurRad="38100" dist="19050" dir="2700000" algn="tl" rotWithShape="0">
                    <a:schemeClr val="dk1">
                      <a:alpha val="40000"/>
                    </a:schemeClr>
                  </a:outerShdw>
                </a:effectLst>
                <a:latin typeface="HGPｺﾞｼｯｸM" panose="020B0600000000000000" pitchFamily="50" charset="-128"/>
                <a:ea typeface="HGPｺﾞｼｯｸM" panose="020B0600000000000000" pitchFamily="50" charset="-128"/>
              </a:rPr>
              <a:t>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2"/>
          <p:cNvSpPr txBox="1">
            <a:spLocks noChangeArrowheads="1"/>
          </p:cNvSpPr>
          <p:nvPr/>
        </p:nvSpPr>
        <p:spPr bwMode="auto">
          <a:xfrm>
            <a:off x="584645" y="130632"/>
            <a:ext cx="69119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ja-JP" altLang="en-US" sz="1800" b="1" dirty="0">
                <a:latin typeface="メイリオ" panose="020B0604030504040204" pitchFamily="50" charset="-128"/>
                <a:ea typeface="メイリオ" panose="020B0604030504040204" pitchFamily="50" charset="-128"/>
              </a:rPr>
              <a:t>店舗写真</a:t>
            </a:r>
          </a:p>
        </p:txBody>
      </p:sp>
      <p:sp>
        <p:nvSpPr>
          <p:cNvPr id="15" name="Line 4"/>
          <p:cNvSpPr>
            <a:spLocks noChangeShapeType="1"/>
          </p:cNvSpPr>
          <p:nvPr/>
        </p:nvSpPr>
        <p:spPr bwMode="auto">
          <a:xfrm>
            <a:off x="625147" y="471689"/>
            <a:ext cx="91440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pic>
        <p:nvPicPr>
          <p:cNvPr id="2" name="コンテンツプレースホルダ 1"/>
          <p:cNvPicPr>
            <a:picLocks noGrp="1" noChangeAspect="1"/>
          </p:cNvPicPr>
          <p:nvPr>
            <p:ph/>
          </p:nvPr>
        </p:nvPicPr>
        <p:blipFill>
          <a:blip r:embed="rId2"/>
          <a:stretch>
            <a:fillRect/>
          </a:stretch>
        </p:blipFill>
        <p:spPr>
          <a:xfrm>
            <a:off x="2405380" y="816610"/>
            <a:ext cx="7381240" cy="5875655"/>
          </a:xfrm>
          <a:prstGeom prst="rect">
            <a:avLst/>
          </a:prstGeom>
        </p:spPr>
      </p:pic>
      <p:sp>
        <p:nvSpPr>
          <p:cNvPr id="5" name="四角形 4"/>
          <p:cNvSpPr/>
          <p:nvPr/>
        </p:nvSpPr>
        <p:spPr>
          <a:xfrm>
            <a:off x="7139305" y="4672330"/>
            <a:ext cx="1283335" cy="1216025"/>
          </a:xfrm>
          <a:prstGeom prst="rect">
            <a:avLst/>
          </a:prstGeom>
          <a:noFill/>
          <a:ln w="38100">
            <a:solidFill>
              <a:schemeClr val="accent2"/>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vertOverflow="overflow" horzOverflow="overflow" vert="horz" wrap="square" lIns="144000" tIns="0" rIns="144000" bIns="25200" numCol="1" spcCol="0" rtlCol="0" fromWordArt="0" anchor="ctr" anchorCtr="0" forceAA="0" compatLnSpc="1">
            <a:noAutofit/>
          </a:bodyPr>
          <a:lstStyle/>
          <a:p>
            <a:pPr algn="ctr"/>
            <a:endParaRPr kumimoji="1" lang="ja-JP" altLang="en-US" sz="1400" dirty="0">
              <a:solidFill>
                <a:schemeClr val="tx1"/>
              </a:solidFill>
              <a:latin typeface="HGPｺﾞｼｯｸM" panose="020B0600000000000000" pitchFamily="50" charset="-128"/>
              <a:ea typeface="HGPｺﾞｼｯｸM" panose="020B0600000000000000" pitchFamily="50"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形 4"/>
          <p:cNvPicPr>
            <a:picLocks noChangeAspect="1"/>
          </p:cNvPicPr>
          <p:nvPr/>
        </p:nvPicPr>
        <p:blipFill>
          <a:blip r:embed="rId3"/>
          <a:stretch>
            <a:fillRect/>
          </a:stretch>
        </p:blipFill>
        <p:spPr>
          <a:xfrm>
            <a:off x="1694815" y="2025650"/>
            <a:ext cx="8801735" cy="4392295"/>
          </a:xfrm>
          <a:prstGeom prst="rect">
            <a:avLst/>
          </a:prstGeom>
        </p:spPr>
      </p:pic>
      <p:sp>
        <p:nvSpPr>
          <p:cNvPr id="3" name="スライド番号プレースホルダー 2"/>
          <p:cNvSpPr>
            <a:spLocks noGrp="1"/>
          </p:cNvSpPr>
          <p:nvPr>
            <p:ph type="sldNum" sz="quarter" idx="11"/>
          </p:nvPr>
        </p:nvSpPr>
        <p:spPr/>
        <p:txBody>
          <a:bodyPr/>
          <a:lstStyle/>
          <a:p>
            <a:r>
              <a:rPr lang="en-US" altLang="ja-JP"/>
              <a:t> </a:t>
            </a:r>
            <a:fld id="{B864908D-090E-40D1-B5B1-97FD6C28F84A}" type="slidenum">
              <a:rPr lang="en-US" altLang="ja-JP"/>
              <a:t>3</a:t>
            </a:fld>
            <a:endParaRPr lang="en-US" altLang="ja-JP"/>
          </a:p>
        </p:txBody>
      </p:sp>
      <p:sp>
        <p:nvSpPr>
          <p:cNvPr id="2" name="Text Box 2"/>
          <p:cNvSpPr txBox="1">
            <a:spLocks noChangeArrowheads="1"/>
          </p:cNvSpPr>
          <p:nvPr/>
        </p:nvSpPr>
        <p:spPr bwMode="auto">
          <a:xfrm>
            <a:off x="584835" y="130810"/>
            <a:ext cx="349821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ja-JP" altLang="en-US" sz="1800" b="1" dirty="0">
                <a:latin typeface="メイリオ" panose="020B0604030504040204" pitchFamily="50" charset="-128"/>
                <a:ea typeface="メイリオ" panose="020B0604030504040204" pitchFamily="50" charset="-128"/>
              </a:rPr>
              <a:t>競合情報</a:t>
            </a:r>
          </a:p>
        </p:txBody>
      </p:sp>
      <p:sp>
        <p:nvSpPr>
          <p:cNvPr id="4" name="Line 4"/>
          <p:cNvSpPr>
            <a:spLocks noChangeShapeType="1"/>
          </p:cNvSpPr>
          <p:nvPr/>
        </p:nvSpPr>
        <p:spPr bwMode="auto">
          <a:xfrm>
            <a:off x="625147" y="471689"/>
            <a:ext cx="91440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p:cNvSpPr>
            <a:spLocks noGrp="1"/>
          </p:cNvSpPr>
          <p:nvPr>
            <p:ph type="sldNum" sz="quarter" idx="11"/>
          </p:nvPr>
        </p:nvSpPr>
        <p:spPr/>
        <p:txBody>
          <a:bodyPr/>
          <a:lstStyle/>
          <a:p>
            <a:r>
              <a:rPr lang="en-US" altLang="ja-JP"/>
              <a:t> </a:t>
            </a:r>
            <a:fld id="{B864908D-090E-40D1-B5B1-97FD6C28F84A}" type="slidenum">
              <a:rPr lang="en-US" altLang="ja-JP"/>
              <a:t>4</a:t>
            </a:fld>
            <a:endParaRPr lang="en-US" altLang="ja-JP"/>
          </a:p>
        </p:txBody>
      </p:sp>
      <p:sp>
        <p:nvSpPr>
          <p:cNvPr id="2" name="Text Box 2"/>
          <p:cNvSpPr txBox="1">
            <a:spLocks noChangeArrowheads="1"/>
          </p:cNvSpPr>
          <p:nvPr/>
        </p:nvSpPr>
        <p:spPr bwMode="auto">
          <a:xfrm>
            <a:off x="584835" y="130810"/>
            <a:ext cx="349821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ja-JP" altLang="en-US" sz="1800" b="1" dirty="0">
                <a:latin typeface="+mj-ea"/>
                <a:ea typeface="+mj-ea"/>
              </a:rPr>
              <a:t>人口情報</a:t>
            </a:r>
          </a:p>
        </p:txBody>
      </p:sp>
      <p:sp>
        <p:nvSpPr>
          <p:cNvPr id="4" name="Line 4"/>
          <p:cNvSpPr>
            <a:spLocks noChangeShapeType="1"/>
          </p:cNvSpPr>
          <p:nvPr/>
        </p:nvSpPr>
        <p:spPr bwMode="auto">
          <a:xfrm>
            <a:off x="625147" y="471689"/>
            <a:ext cx="91440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aphicFrame>
        <p:nvGraphicFramePr>
          <p:cNvPr id="5" name="Object 3"/>
          <p:cNvGraphicFramePr>
            <a:graphicFrameLocks noChangeAspect="1"/>
          </p:cNvGraphicFramePr>
          <p:nvPr/>
        </p:nvGraphicFramePr>
        <p:xfrm>
          <a:off x="7143750" y="1196340"/>
          <a:ext cx="4610100" cy="361886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表 5"/>
          <p:cNvGraphicFramePr/>
          <p:nvPr/>
        </p:nvGraphicFramePr>
        <p:xfrm>
          <a:off x="7650480" y="4921885"/>
          <a:ext cx="3503930" cy="1054100"/>
        </p:xfrm>
        <a:graphic>
          <a:graphicData uri="http://schemas.openxmlformats.org/drawingml/2006/table">
            <a:tbl>
              <a:tblPr firstRow="1" bandRow="1">
                <a:tableStyleId>{5C22544A-7EE6-4342-B048-85BDC9FD1C3A}</a:tableStyleId>
              </a:tblPr>
              <a:tblGrid>
                <a:gridCol w="79184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2970">
                  <a:extLst>
                    <a:ext uri="{9D8B030D-6E8A-4147-A177-3AD203B41FA5}">
                      <a16:colId xmlns:a16="http://schemas.microsoft.com/office/drawing/2014/main" val="20002"/>
                    </a:ext>
                  </a:extLst>
                </a:gridCol>
                <a:gridCol w="904240">
                  <a:extLst>
                    <a:ext uri="{9D8B030D-6E8A-4147-A177-3AD203B41FA5}">
                      <a16:colId xmlns:a16="http://schemas.microsoft.com/office/drawing/2014/main" val="20003"/>
                    </a:ext>
                  </a:extLst>
                </a:gridCol>
              </a:tblGrid>
              <a:tr h="263525">
                <a:tc>
                  <a:txBody>
                    <a:bodyPr/>
                    <a:lstStyle/>
                    <a:p>
                      <a:pPr indent="0" algn="ctr">
                        <a:buNone/>
                      </a:pPr>
                      <a:r>
                        <a:rPr lang="zh-CN" sz="1100" b="1">
                          <a:solidFill>
                            <a:srgbClr val="000000"/>
                          </a:solidFill>
                          <a:latin typeface="メイリオ" panose="020B0604030504040204" pitchFamily="50" charset="-128"/>
                          <a:ea typeface="メイリオ" panose="020B0604030504040204" pitchFamily="50" charset="-128"/>
                        </a:rPr>
                        <a:t>有効人口</a:t>
                      </a:r>
                      <a:endParaRPr lang="zh-CN" altLang="en-US" sz="1100" b="1">
                        <a:solidFill>
                          <a:srgbClr val="000000"/>
                        </a:solidFill>
                        <a:latin typeface="メイリオ" panose="020B0604030504040204" pitchFamily="50" charset="-128"/>
                        <a:ea typeface="メイリオ" panose="020B0604030504040204" pitchFamily="50" charset="-128"/>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ctr">
                        <a:buNone/>
                      </a:pPr>
                      <a:r>
                        <a:rPr lang="en-US" sz="1100" b="1">
                          <a:solidFill>
                            <a:srgbClr val="000000"/>
                          </a:solidFill>
                          <a:latin typeface="メイリオ" panose="020B0604030504040204" pitchFamily="50" charset="-128"/>
                          <a:ea typeface="メイリオ" panose="020B0604030504040204" pitchFamily="50" charset="-128"/>
                        </a:rPr>
                        <a:t>1km</a:t>
                      </a:r>
                      <a:endParaRPr lang="en-US" altLang="en-US" sz="1100" b="1">
                        <a:solidFill>
                          <a:srgbClr val="000000"/>
                        </a:solidFill>
                        <a:latin typeface="メイリオ" panose="020B0604030504040204" pitchFamily="50" charset="-128"/>
                        <a:ea typeface="メイリオ" panose="020B0604030504040204" pitchFamily="50" charset="-128"/>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5">
                        <a:lumMod val="40000"/>
                        <a:lumOff val="60000"/>
                      </a:schemeClr>
                    </a:solidFill>
                  </a:tcPr>
                </a:tc>
                <a:tc>
                  <a:txBody>
                    <a:bodyPr/>
                    <a:lstStyle/>
                    <a:p>
                      <a:pPr indent="0" algn="ctr">
                        <a:buNone/>
                      </a:pPr>
                      <a:r>
                        <a:rPr lang="en-US" sz="1100" b="1">
                          <a:solidFill>
                            <a:srgbClr val="000000"/>
                          </a:solidFill>
                          <a:latin typeface="メイリオ" panose="020B0604030504040204" pitchFamily="50" charset="-128"/>
                          <a:ea typeface="メイリオ" panose="020B0604030504040204" pitchFamily="50" charset="-128"/>
                        </a:rPr>
                        <a:t>3km</a:t>
                      </a:r>
                      <a:endParaRPr lang="en-US" altLang="en-US" sz="1100" b="1">
                        <a:solidFill>
                          <a:srgbClr val="000000"/>
                        </a:solidFill>
                        <a:latin typeface="メイリオ" panose="020B0604030504040204" pitchFamily="50" charset="-128"/>
                        <a:ea typeface="メイリオ" panose="020B0604030504040204" pitchFamily="50" charset="-128"/>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5">
                        <a:lumMod val="40000"/>
                        <a:lumOff val="60000"/>
                      </a:schemeClr>
                    </a:solidFill>
                  </a:tcPr>
                </a:tc>
                <a:tc>
                  <a:txBody>
                    <a:bodyPr/>
                    <a:lstStyle/>
                    <a:p>
                      <a:pPr indent="0" algn="ctr">
                        <a:buNone/>
                      </a:pPr>
                      <a:r>
                        <a:rPr lang="en-US" sz="1100" b="1">
                          <a:solidFill>
                            <a:srgbClr val="000000"/>
                          </a:solidFill>
                          <a:latin typeface="メイリオ" panose="020B0604030504040204" pitchFamily="50" charset="-128"/>
                          <a:ea typeface="メイリオ" panose="020B0604030504040204" pitchFamily="50" charset="-128"/>
                        </a:rPr>
                        <a:t>5km</a:t>
                      </a:r>
                      <a:endParaRPr lang="en-US" altLang="en-US" sz="1100" b="1">
                        <a:solidFill>
                          <a:srgbClr val="000000"/>
                        </a:solidFill>
                        <a:latin typeface="メイリオ" panose="020B0604030504040204" pitchFamily="50" charset="-128"/>
                        <a:ea typeface="メイリオ" panose="020B0604030504040204" pitchFamily="50" charset="-128"/>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0"/>
                  </a:ext>
                </a:extLst>
              </a:tr>
              <a:tr h="263525">
                <a:tc>
                  <a:txBody>
                    <a:bodyPr/>
                    <a:lstStyle/>
                    <a:p>
                      <a:pPr indent="0">
                        <a:buNone/>
                      </a:pPr>
                      <a:r>
                        <a:rPr lang="zh-CN" sz="1100" b="1">
                          <a:solidFill>
                            <a:srgbClr val="000000"/>
                          </a:solidFill>
                          <a:latin typeface="メイリオ" panose="020B0604030504040204" pitchFamily="50" charset="-128"/>
                          <a:ea typeface="メイリオ" panose="020B0604030504040204" pitchFamily="50" charset="-128"/>
                        </a:rPr>
                        <a:t>本物件</a:t>
                      </a:r>
                      <a:endParaRPr lang="zh-CN" altLang="en-US" sz="1100" b="1">
                        <a:solidFill>
                          <a:srgbClr val="000000"/>
                        </a:solidFill>
                        <a:latin typeface="メイリオ" panose="020B0604030504040204" pitchFamily="50" charset="-128"/>
                        <a:ea typeface="メイリオ" panose="020B0604030504040204" pitchFamily="50" charset="-128"/>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95000"/>
                      </a:schemeClr>
                    </a:solidFill>
                  </a:tcPr>
                </a:tc>
                <a:tc>
                  <a:txBody>
                    <a:bodyPr/>
                    <a:lstStyle/>
                    <a:p>
                      <a:pPr indent="0" algn="r">
                        <a:buNone/>
                      </a:pPr>
                      <a:r>
                        <a:rPr lang="en-US" sz="1000" b="0">
                          <a:solidFill>
                            <a:srgbClr val="000000"/>
                          </a:solidFill>
                          <a:latin typeface="メイリオ" panose="020B0604030504040204" pitchFamily="50" charset="-128"/>
                          <a:ea typeface="メイリオ" panose="020B0604030504040204" pitchFamily="50" charset="-128"/>
                        </a:rPr>
                        <a:t>{{pop1}}</a:t>
                      </a: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r>
                        <a:rPr lang="en-US" sz="1000" b="0">
                          <a:solidFill>
                            <a:srgbClr val="000000"/>
                          </a:solidFill>
                          <a:latin typeface="メイリオ" panose="020B0604030504040204" pitchFamily="50" charset="-128"/>
                          <a:ea typeface="メイリオ" panose="020B0604030504040204" pitchFamily="50" charset="-128"/>
                        </a:rPr>
                        <a:t>{{pop3}}</a:t>
                      </a: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r>
                        <a:rPr lang="en-US" sz="1000" b="0">
                          <a:solidFill>
                            <a:srgbClr val="000000"/>
                          </a:solidFill>
                          <a:latin typeface="メイリオ" panose="020B0604030504040204" pitchFamily="50" charset="-128"/>
                          <a:ea typeface="メイリオ" panose="020B0604030504040204" pitchFamily="50" charset="-128"/>
                        </a:rPr>
                        <a:t>{{pop5}}</a:t>
                      </a: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7" name="グラフ 6"/>
          <p:cNvGraphicFramePr/>
          <p:nvPr/>
        </p:nvGraphicFramePr>
        <p:xfrm>
          <a:off x="198755" y="1405890"/>
          <a:ext cx="6351905" cy="4481195"/>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 4"/>
          <p:cNvGraphicFramePr>
            <a:graphicFrameLocks noGrp="1"/>
          </p:cNvGraphicFramePr>
          <p:nvPr/>
        </p:nvGraphicFramePr>
        <p:xfrm>
          <a:off x="489729" y="890185"/>
          <a:ext cx="5392420" cy="3614631"/>
        </p:xfrm>
        <a:graphic>
          <a:graphicData uri="http://schemas.openxmlformats.org/drawingml/2006/table">
            <a:tbl>
              <a:tblPr>
                <a:tableStyleId>{5C22544A-7EE6-4342-B048-85BDC9FD1C3A}</a:tableStyleId>
              </a:tblPr>
              <a:tblGrid>
                <a:gridCol w="2470785">
                  <a:extLst>
                    <a:ext uri="{9D8B030D-6E8A-4147-A177-3AD203B41FA5}">
                      <a16:colId xmlns:a16="http://schemas.microsoft.com/office/drawing/2014/main" val="20000"/>
                    </a:ext>
                  </a:extLst>
                </a:gridCol>
                <a:gridCol w="1256665">
                  <a:extLst>
                    <a:ext uri="{9D8B030D-6E8A-4147-A177-3AD203B41FA5}">
                      <a16:colId xmlns:a16="http://schemas.microsoft.com/office/drawing/2014/main" val="20001"/>
                    </a:ext>
                  </a:extLst>
                </a:gridCol>
                <a:gridCol w="516890">
                  <a:extLst>
                    <a:ext uri="{9D8B030D-6E8A-4147-A177-3AD203B41FA5}">
                      <a16:colId xmlns:a16="http://schemas.microsoft.com/office/drawing/2014/main" val="20002"/>
                    </a:ext>
                  </a:extLst>
                </a:gridCol>
                <a:gridCol w="1148080">
                  <a:extLst>
                    <a:ext uri="{9D8B030D-6E8A-4147-A177-3AD203B41FA5}">
                      <a16:colId xmlns:a16="http://schemas.microsoft.com/office/drawing/2014/main" val="20003"/>
                    </a:ext>
                  </a:extLst>
                </a:gridCol>
              </a:tblGrid>
              <a:tr h="290195">
                <a:tc>
                  <a:txBody>
                    <a:bodyPr/>
                    <a:lstStyle/>
                    <a:p>
                      <a:pPr indent="0" algn="ctr">
                        <a:buNone/>
                      </a:pPr>
                      <a:r>
                        <a:rPr lang="zh-CN" sz="1000" b="1">
                          <a:solidFill>
                            <a:srgbClr val="000000"/>
                          </a:solidFill>
                          <a:latin typeface="Arial" panose="020B0604020202020204" pitchFamily="34" charset="0"/>
                          <a:ea typeface="Meiryo UI" panose="020B0604030504040204" pitchFamily="50" charset="-128"/>
                        </a:rPr>
                        <a:t>内容</a:t>
                      </a:r>
                      <a:endParaRPr lang="en-US" altLang="en-US" sz="1000" b="1">
                        <a:solidFill>
                          <a:srgbClr val="000000"/>
                        </a:solidFill>
                        <a:latin typeface="Meiryo UI" panose="020B0604030504040204" pitchFamily="50" charset="-128"/>
                      </a:endParaRPr>
                    </a:p>
                  </a:txBody>
                  <a:tcPr marL="12700" marR="12700" marT="12700" anchor="ctr">
                    <a:solidFill>
                      <a:srgbClr val="3295C4"/>
                    </a:solidFill>
                  </a:tcPr>
                </a:tc>
                <a:tc>
                  <a:txBody>
                    <a:bodyPr/>
                    <a:lstStyle/>
                    <a:p>
                      <a:pPr indent="0" algn="ctr">
                        <a:buNone/>
                      </a:pPr>
                      <a:r>
                        <a:rPr lang="zh-CN" sz="1000" b="1">
                          <a:solidFill>
                            <a:srgbClr val="000000"/>
                          </a:solidFill>
                          <a:latin typeface="Arial" panose="020B0604020202020204" pitchFamily="34" charset="0"/>
                          <a:ea typeface="Meiryo UI" panose="020B0604030504040204" pitchFamily="50" charset="-128"/>
                        </a:rPr>
                        <a:t>金額</a:t>
                      </a:r>
                      <a:endParaRPr lang="en-US" altLang="en-US" sz="1000" b="1">
                        <a:solidFill>
                          <a:srgbClr val="000000"/>
                        </a:solidFill>
                        <a:latin typeface="Meiryo UI" panose="020B0604030504040204" pitchFamily="50" charset="-128"/>
                      </a:endParaRPr>
                    </a:p>
                  </a:txBody>
                  <a:tcPr marL="12700" marR="12700" marT="12700" anchor="ctr">
                    <a:solidFill>
                      <a:srgbClr val="3295C4"/>
                    </a:solidFill>
                  </a:tcPr>
                </a:tc>
                <a:tc>
                  <a:txBody>
                    <a:bodyPr/>
                    <a:lstStyle/>
                    <a:p>
                      <a:pPr indent="0" algn="ctr">
                        <a:buNone/>
                      </a:pPr>
                      <a:r>
                        <a:rPr lang="zh-CN" sz="1000" b="1">
                          <a:solidFill>
                            <a:srgbClr val="000000"/>
                          </a:solidFill>
                          <a:latin typeface="Arial" panose="020B0604020202020204" pitchFamily="34" charset="0"/>
                          <a:ea typeface="Meiryo UI" panose="020B0604030504040204" pitchFamily="50" charset="-128"/>
                        </a:rPr>
                        <a:t>償却年</a:t>
                      </a:r>
                      <a:endParaRPr lang="en-US" altLang="en-US" sz="1000" b="1">
                        <a:solidFill>
                          <a:srgbClr val="000000"/>
                        </a:solidFill>
                        <a:latin typeface="Meiryo UI" panose="020B0604030504040204" pitchFamily="50" charset="-128"/>
                      </a:endParaRPr>
                    </a:p>
                  </a:txBody>
                  <a:tcPr marL="12700" marR="12700" marT="12700" anchor="ctr">
                    <a:solidFill>
                      <a:srgbClr val="3295C4"/>
                    </a:solidFill>
                  </a:tcPr>
                </a:tc>
                <a:tc>
                  <a:txBody>
                    <a:bodyPr/>
                    <a:lstStyle/>
                    <a:p>
                      <a:pPr indent="0" algn="ctr">
                        <a:buNone/>
                      </a:pPr>
                      <a:r>
                        <a:rPr lang="zh-CN" sz="1000" b="1">
                          <a:solidFill>
                            <a:srgbClr val="000000"/>
                          </a:solidFill>
                          <a:latin typeface="Arial" panose="020B0604020202020204" pitchFamily="34" charset="0"/>
                          <a:ea typeface="Meiryo UI" panose="020B0604030504040204" pitchFamily="50" charset="-128"/>
                        </a:rPr>
                        <a:t>減価償却月額</a:t>
                      </a:r>
                      <a:endParaRPr lang="en-US" altLang="en-US" sz="1000" b="1">
                        <a:solidFill>
                          <a:srgbClr val="000000"/>
                        </a:solidFill>
                        <a:latin typeface="Meiryo UI" panose="020B0604030504040204" pitchFamily="50" charset="-128"/>
                      </a:endParaRPr>
                    </a:p>
                  </a:txBody>
                  <a:tcPr marL="12700" marR="12700" marT="12700" anchor="ctr">
                    <a:solidFill>
                      <a:srgbClr val="3295C4"/>
                    </a:solidFill>
                  </a:tcPr>
                </a:tc>
                <a:extLst>
                  <a:ext uri="{0D108BD9-81ED-4DB2-BD59-A6C34878D82A}">
                    <a16:rowId xmlns:a16="http://schemas.microsoft.com/office/drawing/2014/main" val="10000"/>
                  </a:ext>
                </a:extLst>
              </a:tr>
              <a:tr h="276860">
                <a:tc>
                  <a:txBody>
                    <a:bodyPr/>
                    <a:lstStyle/>
                    <a:p>
                      <a:pPr indent="0">
                        <a:buNone/>
                      </a:pPr>
                      <a:r>
                        <a:rPr lang="zh-CN" sz="1000" b="1">
                          <a:solidFill>
                            <a:srgbClr val="000000"/>
                          </a:solidFill>
                          <a:latin typeface="Arial" panose="020B0604020202020204" pitchFamily="34" charset="0"/>
                          <a:ea typeface="メイリオ" panose="020B0604030504040204" pitchFamily="50" charset="-128"/>
                        </a:rPr>
                        <a:t>{{inv.label}}</a:t>
                      </a:r>
                      <a:endParaRPr lang="en-US" altLang="en-US" sz="1000" b="1">
                        <a:solidFill>
                          <a:srgbClr val="000000"/>
                        </a:solidFill>
                        <a:latin typeface="メイリオ" panose="020B0604030504040204" pitchFamily="50" charset="-128"/>
                      </a:endParaRPr>
                    </a:p>
                  </a:txBody>
                  <a:tcPr marL="12700" marR="12700" marT="12700" anchor="ctr"/>
                </a:tc>
                <a:tc>
                  <a:txBody>
                    <a:bodyPr/>
                    <a:lstStyle/>
                    <a:p>
                      <a:pPr indent="0" algn="r">
                        <a:buNone/>
                      </a:pPr>
                      <a:r>
                        <a:rPr lang="en-US" sz="1000" b="1">
                          <a:solidFill>
                            <a:srgbClr val="000000"/>
                          </a:solidFill>
                          <a:latin typeface="メイリオ" panose="020B0604030504040204" pitchFamily="50" charset="-128"/>
                        </a:rPr>
                        <a:t>{{inv.amount}}</a:t>
                      </a:r>
                      <a:endParaRPr lang="en-US" altLang="en-US" sz="1000" b="1">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1">
                          <a:solidFill>
                            <a:srgbClr val="000000"/>
                          </a:solidFill>
                          <a:latin typeface="メイリオ" panose="020B0604030504040204" pitchFamily="50" charset="-128"/>
                        </a:rPr>
                        <a:t>{{inv.years}}</a:t>
                      </a:r>
                      <a:endParaRPr lang="en-US" altLang="en-US" sz="1000" b="1">
                        <a:solidFill>
                          <a:srgbClr val="000000"/>
                        </a:solidFill>
                        <a:latin typeface="メイリオ" panose="020B0604030504040204" pitchFamily="50" charset="-128"/>
                      </a:endParaRPr>
                    </a:p>
                  </a:txBody>
                  <a:tcPr marL="12700" marR="12700" marT="12700" anchor="ctr"/>
                </a:tc>
                <a:tc>
                  <a:txBody>
                    <a:bodyPr/>
                    <a:lstStyle/>
                    <a:p>
                      <a:pPr indent="0" algn="r">
                        <a:buNone/>
                      </a:pPr>
                      <a:r>
                        <a:rPr lang="en-US" sz="1000" b="1">
                          <a:solidFill>
                            <a:srgbClr val="000000"/>
                          </a:solidFill>
                          <a:latin typeface="メイリオ" panose="020B0604030504040204" pitchFamily="50" charset="-128"/>
                        </a:rPr>
                        <a:t>{{inv.dep}}</a:t>
                      </a:r>
                      <a:endParaRPr lang="en-US" altLang="en-US" sz="1000" b="1">
                        <a:solidFill>
                          <a:srgbClr val="000000"/>
                        </a:solidFill>
                        <a:latin typeface="メイリオ" panose="020B0604030504040204" pitchFamily="50" charset="-128"/>
                      </a:endParaRPr>
                    </a:p>
                  </a:txBody>
                  <a:tcPr marL="12700" marR="12700" marT="12700" anchor="ctr"/>
                </a:tc>
                <a:extLst>
                  <a:ext uri="{0D108BD9-81ED-4DB2-BD59-A6C34878D82A}">
                    <a16:rowId xmlns:a16="http://schemas.microsoft.com/office/drawing/2014/main" val="10001"/>
                  </a:ext>
                </a:extLst>
              </a:tr>
              <a:tr h="290195">
                <a:tc>
                  <a:txBody>
                    <a:bodyPr/>
                    <a:lstStyle/>
                    <a:p>
                      <a:pPr indent="0" algn="r">
                        <a:buNone/>
                      </a:pPr>
                      <a:r>
                        <a:rPr lang="zh-CN" sz="1200" b="1">
                          <a:solidFill>
                            <a:srgbClr val="FFFFFF"/>
                          </a:solidFill>
                          <a:latin typeface="Arial" panose="020B0604020202020204" pitchFamily="34" charset="0"/>
                          <a:ea typeface="メイリオ" panose="020B0604030504040204" pitchFamily="50" charset="-128"/>
                        </a:rPr>
                        <a:t>投資合計</a:t>
                      </a:r>
                      <a:endParaRPr lang="en-US" altLang="en-US" sz="1200" b="1">
                        <a:solidFill>
                          <a:srgbClr val="FFFFFF"/>
                        </a:solidFill>
                        <a:latin typeface="メイリオ" panose="020B0604030504040204" pitchFamily="50" charset="-128"/>
                      </a:endParaRPr>
                    </a:p>
                  </a:txBody>
                  <a:tcPr marL="12700" marR="12700" marT="12700" anchor="ctr">
                    <a:solidFill>
                      <a:srgbClr val="3295C4"/>
                    </a:solidFill>
                  </a:tcPr>
                </a:tc>
                <a:tc>
                  <a:txBody>
                    <a:bodyPr/>
                    <a:lstStyle/>
                    <a:p>
                      <a:pPr indent="0" algn="r">
                        <a:buNone/>
                      </a:pPr>
                      <a:r>
                        <a:rPr lang="en-US" sz="1200" b="1">
                          <a:solidFill>
                            <a:srgbClr val="FFFFFF"/>
                          </a:solidFill>
                          <a:latin typeface="メイリオ" panose="020B0604030504040204" pitchFamily="50" charset="-128"/>
                        </a:rPr>
                        <a:t>{{invTotal}}</a:t>
                      </a:r>
                      <a:endParaRPr lang="en-US" altLang="en-US" sz="1200" b="1">
                        <a:solidFill>
                          <a:srgbClr val="FFFFFF"/>
                        </a:solidFill>
                        <a:latin typeface="メイリオ" panose="020B0604030504040204" pitchFamily="50" charset="-128"/>
                      </a:endParaRPr>
                    </a:p>
                  </a:txBody>
                  <a:tcPr marL="12700" marR="12700" marT="12700" anchor="ctr">
                    <a:solidFill>
                      <a:srgbClr val="3295C4"/>
                    </a:solidFill>
                  </a:tcPr>
                </a:tc>
                <a:tc>
                  <a:txBody>
                    <a:bodyPr/>
                    <a:lstStyle/>
                    <a:p>
                      <a:pPr indent="0" algn="r">
                        <a:buNone/>
                      </a:pPr>
                      <a:endParaRPr lang="en-US" altLang="en-US" sz="1200" b="1">
                        <a:solidFill>
                          <a:srgbClr val="FFFFFF"/>
                        </a:solidFill>
                        <a:latin typeface="メイリオ" panose="020B0604030504040204" pitchFamily="50" charset="-128"/>
                      </a:endParaRPr>
                    </a:p>
                  </a:txBody>
                  <a:tcPr marL="12700" marR="12700" marT="12700" anchor="ctr">
                    <a:solidFill>
                      <a:srgbClr val="3295C4"/>
                    </a:solidFill>
                  </a:tcPr>
                </a:tc>
                <a:tc>
                  <a:txBody>
                    <a:bodyPr/>
                    <a:lstStyle/>
                    <a:p>
                      <a:pPr indent="0" algn="r">
                        <a:buNone/>
                      </a:pPr>
                      <a:r>
                        <a:rPr lang="en-US" sz="1200" b="1">
                          <a:solidFill>
                            <a:srgbClr val="FFFFFF"/>
                          </a:solidFill>
                          <a:latin typeface="メイリオ" panose="020B0604030504040204" pitchFamily="50" charset="-128"/>
                        </a:rPr>
                        <a:t>{{depTotal}}</a:t>
                      </a:r>
                      <a:endParaRPr lang="en-US" altLang="en-US" sz="1200" b="1">
                        <a:solidFill>
                          <a:srgbClr val="FFFFFF"/>
                        </a:solidFill>
                        <a:latin typeface="メイリオ" panose="020B0604030504040204" pitchFamily="50" charset="-128"/>
                      </a:endParaRPr>
                    </a:p>
                  </a:txBody>
                  <a:tcPr marL="12700" marR="12700" marT="12700" anchor="ctr">
                    <a:solidFill>
                      <a:srgbClr val="3295C4"/>
                    </a:solidFill>
                  </a:tcPr>
                </a:tc>
                <a:extLst>
                  <a:ext uri="{0D108BD9-81ED-4DB2-BD59-A6C34878D82A}">
                    <a16:rowId xmlns:a16="http://schemas.microsoft.com/office/drawing/2014/main" val="10011"/>
                  </a:ext>
                </a:extLst>
              </a:tr>
            </a:tbl>
          </a:graphicData>
        </a:graphic>
      </p:graphicFrame>
      <p:graphicFrame>
        <p:nvGraphicFramePr>
          <p:cNvPr id="6" name="表 5"/>
          <p:cNvGraphicFramePr>
            <a:graphicFrameLocks noGrp="1"/>
          </p:cNvGraphicFramePr>
          <p:nvPr/>
        </p:nvGraphicFramePr>
        <p:xfrm>
          <a:off x="6541094" y="890185"/>
          <a:ext cx="5413047" cy="4731690"/>
        </p:xfrm>
        <a:graphic>
          <a:graphicData uri="http://schemas.openxmlformats.org/drawingml/2006/table">
            <a:tbl>
              <a:tblPr>
                <a:tableStyleId>{5C22544A-7EE6-4342-B048-85BDC9FD1C3A}</a:tableStyleId>
              </a:tblPr>
              <a:tblGrid>
                <a:gridCol w="2019300">
                  <a:extLst>
                    <a:ext uri="{9D8B030D-6E8A-4147-A177-3AD203B41FA5}">
                      <a16:colId xmlns:a16="http://schemas.microsoft.com/office/drawing/2014/main" val="20000"/>
                    </a:ext>
                  </a:extLst>
                </a:gridCol>
                <a:gridCol w="1185435">
                  <a:extLst>
                    <a:ext uri="{9D8B030D-6E8A-4147-A177-3AD203B41FA5}">
                      <a16:colId xmlns:a16="http://schemas.microsoft.com/office/drawing/2014/main" val="20001"/>
                    </a:ext>
                  </a:extLst>
                </a:gridCol>
                <a:gridCol w="672878">
                  <a:extLst>
                    <a:ext uri="{9D8B030D-6E8A-4147-A177-3AD203B41FA5}">
                      <a16:colId xmlns:a16="http://schemas.microsoft.com/office/drawing/2014/main" val="20002"/>
                    </a:ext>
                  </a:extLst>
                </a:gridCol>
                <a:gridCol w="502289">
                  <a:extLst>
                    <a:ext uri="{9D8B030D-6E8A-4147-A177-3AD203B41FA5}">
                      <a16:colId xmlns:a16="http://schemas.microsoft.com/office/drawing/2014/main" val="20003"/>
                    </a:ext>
                  </a:extLst>
                </a:gridCol>
                <a:gridCol w="1033145">
                  <a:extLst>
                    <a:ext uri="{9D8B030D-6E8A-4147-A177-3AD203B41FA5}">
                      <a16:colId xmlns:a16="http://schemas.microsoft.com/office/drawing/2014/main" val="20004"/>
                    </a:ext>
                  </a:extLst>
                </a:gridCol>
              </a:tblGrid>
              <a:tr h="298450">
                <a:tc>
                  <a:txBody>
                    <a:bodyPr/>
                    <a:lstStyle/>
                    <a:p>
                      <a:pPr indent="0" algn="ctr">
                        <a:buNone/>
                      </a:pPr>
                      <a:r>
                        <a:rPr lang="zh-CN" sz="1000" b="1">
                          <a:solidFill>
                            <a:srgbClr val="000000"/>
                          </a:solidFill>
                          <a:latin typeface="Arial" panose="020B0604020202020204" pitchFamily="34" charset="0"/>
                          <a:ea typeface="Meiryo UI" panose="020B0604030504040204" pitchFamily="50" charset="-128"/>
                        </a:rPr>
                        <a:t>月額</a:t>
                      </a:r>
                      <a:endParaRPr lang="en-US" altLang="en-US" sz="1000" b="1">
                        <a:solidFill>
                          <a:srgbClr val="000000"/>
                        </a:solidFill>
                        <a:latin typeface="Meiryo UI" panose="020B0604030504040204" pitchFamily="50" charset="-128"/>
                      </a:endParaRPr>
                    </a:p>
                  </a:txBody>
                  <a:tcPr marL="12700" marR="12700" marT="12700" anchor="ctr">
                    <a:solidFill>
                      <a:srgbClr val="FFC000"/>
                    </a:solidFill>
                  </a:tcPr>
                </a:tc>
                <a:tc>
                  <a:txBody>
                    <a:bodyPr/>
                    <a:lstStyle/>
                    <a:p>
                      <a:pPr indent="0" algn="ctr">
                        <a:buNone/>
                      </a:pPr>
                      <a:r>
                        <a:rPr lang="zh-CN" sz="1000" b="1">
                          <a:solidFill>
                            <a:srgbClr val="000000"/>
                          </a:solidFill>
                          <a:latin typeface="Arial" panose="020B0604020202020204" pitchFamily="34" charset="0"/>
                          <a:ea typeface="Meiryo UI" panose="020B0604030504040204" pitchFamily="50" charset="-128"/>
                        </a:rPr>
                        <a:t>単価</a:t>
                      </a:r>
                      <a:endParaRPr lang="en-US" altLang="en-US" sz="1000" b="1">
                        <a:solidFill>
                          <a:srgbClr val="000000"/>
                        </a:solidFill>
                        <a:latin typeface="Meiryo UI" panose="020B0604030504040204" pitchFamily="50" charset="-128"/>
                      </a:endParaRPr>
                    </a:p>
                  </a:txBody>
                  <a:tcPr marL="12700" marR="12700" marT="12700" anchor="ctr">
                    <a:solidFill>
                      <a:srgbClr val="FFC000"/>
                    </a:solidFill>
                  </a:tcPr>
                </a:tc>
                <a:tc>
                  <a:txBody>
                    <a:bodyPr/>
                    <a:lstStyle/>
                    <a:p>
                      <a:pPr indent="0" algn="ctr">
                        <a:buNone/>
                      </a:pPr>
                      <a:r>
                        <a:rPr lang="zh-CN" sz="1000" b="1">
                          <a:solidFill>
                            <a:srgbClr val="000000"/>
                          </a:solidFill>
                          <a:latin typeface="Arial" panose="020B0604020202020204" pitchFamily="34" charset="0"/>
                          <a:ea typeface="Meiryo UI" panose="020B0604030504040204" pitchFamily="50" charset="-128"/>
                        </a:rPr>
                        <a:t>数量</a:t>
                      </a:r>
                      <a:endParaRPr lang="en-US" altLang="en-US" sz="1000" b="1">
                        <a:solidFill>
                          <a:srgbClr val="000000"/>
                        </a:solidFill>
                        <a:latin typeface="Meiryo UI" panose="020B0604030504040204" pitchFamily="50" charset="-128"/>
                      </a:endParaRPr>
                    </a:p>
                  </a:txBody>
                  <a:tcPr marL="12700" marR="12700" marT="12700" anchor="ctr">
                    <a:solidFill>
                      <a:srgbClr val="FFC000"/>
                    </a:solidFill>
                  </a:tcPr>
                </a:tc>
                <a:tc>
                  <a:txBody>
                    <a:bodyPr/>
                    <a:lstStyle/>
                    <a:p>
                      <a:pPr indent="0" algn="ctr">
                        <a:buNone/>
                      </a:pPr>
                      <a:r>
                        <a:rPr lang="zh-CN" sz="1000" b="1">
                          <a:solidFill>
                            <a:srgbClr val="000000"/>
                          </a:solidFill>
                          <a:latin typeface="Arial" panose="020B0604020202020204" pitchFamily="34" charset="0"/>
                          <a:ea typeface="Meiryo UI" panose="020B0604030504040204" pitchFamily="50" charset="-128"/>
                        </a:rPr>
                        <a:t>単位</a:t>
                      </a:r>
                      <a:endParaRPr lang="en-US" altLang="en-US" sz="1000" b="1">
                        <a:solidFill>
                          <a:srgbClr val="000000"/>
                        </a:solidFill>
                        <a:latin typeface="Meiryo UI" panose="020B0604030504040204" pitchFamily="50" charset="-128"/>
                      </a:endParaRPr>
                    </a:p>
                  </a:txBody>
                  <a:tcPr marL="12700" marR="12700" marT="12700" anchor="ctr">
                    <a:solidFill>
                      <a:srgbClr val="FFC000"/>
                    </a:solidFill>
                  </a:tcPr>
                </a:tc>
                <a:tc>
                  <a:txBody>
                    <a:bodyPr/>
                    <a:lstStyle/>
                    <a:p>
                      <a:pPr indent="0" algn="ctr">
                        <a:buNone/>
                      </a:pPr>
                      <a:r>
                        <a:rPr lang="zh-CN" sz="1000" b="1">
                          <a:solidFill>
                            <a:srgbClr val="000000"/>
                          </a:solidFill>
                          <a:latin typeface="Arial" panose="020B0604020202020204" pitchFamily="34" charset="0"/>
                          <a:ea typeface="Meiryo UI" panose="020B0604030504040204" pitchFamily="50" charset="-128"/>
                        </a:rPr>
                        <a:t>金額</a:t>
                      </a:r>
                      <a:endParaRPr lang="en-US" altLang="en-US" sz="1000" b="1">
                        <a:solidFill>
                          <a:srgbClr val="000000"/>
                        </a:solidFill>
                        <a:latin typeface="Meiryo UI" panose="020B0604030504040204" pitchFamily="50" charset="-128"/>
                      </a:endParaRPr>
                    </a:p>
                  </a:txBody>
                  <a:tcPr marL="12700" marR="12700" marT="12700" anchor="ctr">
                    <a:solidFill>
                      <a:srgbClr val="FFC000"/>
                    </a:solidFill>
                  </a:tcPr>
                </a:tc>
                <a:extLst>
                  <a:ext uri="{0D108BD9-81ED-4DB2-BD59-A6C34878D82A}">
                    <a16:rowId xmlns:a16="http://schemas.microsoft.com/office/drawing/2014/main" val="10000"/>
                  </a:ext>
                </a:extLst>
              </a:tr>
              <a:tr h="298450">
                <a:tc>
                  <a:txBody>
                    <a:bodyPr/>
                    <a:lstStyle/>
                    <a:p>
                      <a:pPr indent="0">
                        <a:buNone/>
                      </a:pPr>
                      <a:r>
                        <a:rPr lang="zh-CN" sz="1000" b="1">
                          <a:solidFill>
                            <a:srgbClr val="000000"/>
                          </a:solidFill>
                          <a:latin typeface="Arial" panose="020B0604020202020204" pitchFamily="34" charset="0"/>
                          <a:ea typeface="メイリオ" panose="020B0604030504040204" pitchFamily="50" charset="-128"/>
                        </a:rPr>
                        <a:t>{{rc.label}}</a:t>
                      </a:r>
                      <a:endParaRPr lang="en-US" altLang="en-US" sz="1000" b="1">
                        <a:solidFill>
                          <a:srgbClr val="000000"/>
                        </a:solidFill>
                        <a:latin typeface="メイリオ" panose="020B0604030504040204" pitchFamily="50" charset="-128"/>
                      </a:endParaRPr>
                    </a:p>
                  </a:txBody>
                  <a:tcPr marL="12700" marR="12700" marT="12700" anchor="ctr"/>
                </a:tc>
                <a:tc>
                  <a:txBody>
                    <a:bodyPr/>
                    <a:lstStyle/>
                    <a:p>
                      <a:pPr indent="0" algn="r">
                        <a:buNone/>
                      </a:pPr>
                      <a:r>
                        <a:rPr lang="en-US" sz="1000" b="1">
                          <a:solidFill>
                            <a:srgbClr val="000000"/>
                          </a:solidFill>
                          <a:latin typeface="メイリオ" panose="020B0604030504040204" pitchFamily="50" charset="-128"/>
                        </a:rPr>
                        <a:t>{{rc.unit}}</a:t>
                      </a:r>
                      <a:endParaRPr lang="en-US" altLang="en-US" sz="1000" b="1">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1">
                          <a:solidFill>
                            <a:srgbClr val="000000"/>
                          </a:solidFill>
                          <a:latin typeface="メイリオ" panose="020B0604030504040204" pitchFamily="50" charset="-128"/>
                        </a:rPr>
                        <a:t>{{rc.qty}}</a:t>
                      </a:r>
                      <a:endParaRPr lang="en-US" altLang="en-US" sz="1000" b="1">
                        <a:solidFill>
                          <a:srgbClr val="000000"/>
                        </a:solidFill>
                        <a:latin typeface="メイリオ" panose="020B0604030504040204" pitchFamily="50" charset="-128"/>
                      </a:endParaRPr>
                    </a:p>
                  </a:txBody>
                  <a:tcPr marL="12700" marR="12700" marT="12700" anchor="ctr"/>
                </a:tc>
                <a:tc>
                  <a:txBody>
                    <a:bodyPr/>
                    <a:lstStyle/>
                    <a:p>
                      <a:pPr indent="0" algn="ctr">
                        <a:buNone/>
                      </a:pPr>
                      <a:r>
                        <a:rPr lang="zh-CN" sz="1000" b="1">
                          <a:solidFill>
                            <a:srgbClr val="000000"/>
                          </a:solidFill>
                          <a:latin typeface="Arial" panose="020B0604020202020204" pitchFamily="34" charset="0"/>
                          <a:ea typeface="メイリオ" panose="020B0604030504040204" pitchFamily="50" charset="-128"/>
                        </a:rPr>
                        <a:t>{{rc.unitLabel}}</a:t>
                      </a:r>
                      <a:endParaRPr lang="en-US" altLang="en-US" sz="1000" b="1">
                        <a:solidFill>
                          <a:srgbClr val="000000"/>
                        </a:solidFill>
                        <a:latin typeface="メイリオ" panose="020B0604030504040204" pitchFamily="50" charset="-128"/>
                      </a:endParaRPr>
                    </a:p>
                  </a:txBody>
                  <a:tcPr marL="12700" marR="12700" marT="12700" anchor="ctr"/>
                </a:tc>
                <a:tc>
                  <a:txBody>
                    <a:bodyPr/>
                    <a:lstStyle/>
                    <a:p>
                      <a:pPr indent="0" algn="r">
                        <a:buNone/>
                      </a:pPr>
                      <a:r>
                        <a:rPr lang="en-US" sz="1000" b="1">
                          <a:solidFill>
                            <a:srgbClr val="000000"/>
                          </a:solidFill>
                          <a:latin typeface="メイリオ" panose="020B0604030504040204" pitchFamily="50" charset="-128"/>
                        </a:rPr>
                        <a:t>{{rc.amount}}</a:t>
                      </a:r>
                      <a:endParaRPr lang="en-US" altLang="en-US" sz="1000" b="1">
                        <a:solidFill>
                          <a:srgbClr val="000000"/>
                        </a:solidFill>
                        <a:latin typeface="メイリオ" panose="020B0604030504040204" pitchFamily="50" charset="-128"/>
                      </a:endParaRPr>
                    </a:p>
                  </a:txBody>
                  <a:tcPr marL="12700" marR="12700" marT="12700" anchor="ctr"/>
                </a:tc>
                <a:extLst>
                  <a:ext uri="{0D108BD9-81ED-4DB2-BD59-A6C34878D82A}">
                    <a16:rowId xmlns:a16="http://schemas.microsoft.com/office/drawing/2014/main" val="10001"/>
                  </a:ext>
                </a:extLst>
              </a:tr>
              <a:tr h="278765">
                <a:tc>
                  <a:txBody>
                    <a:bodyPr/>
                    <a:lstStyle/>
                    <a:p>
                      <a:pPr indent="0" algn="r">
                        <a:buNone/>
                      </a:pPr>
                      <a:r>
                        <a:rPr lang="zh-CN" sz="1200" b="1">
                          <a:solidFill>
                            <a:srgbClr val="FFFFFF"/>
                          </a:solidFill>
                          <a:latin typeface="Arial" panose="020B0604020202020204" pitchFamily="34" charset="0"/>
                          <a:ea typeface="メイリオ" panose="020B0604030504040204" pitchFamily="50" charset="-128"/>
                        </a:rPr>
                        <a:t>経費合計</a:t>
                      </a:r>
                      <a:endParaRPr lang="en-US" altLang="en-US" sz="1200" b="1">
                        <a:solidFill>
                          <a:srgbClr val="FFFFFF"/>
                        </a:solidFill>
                        <a:latin typeface="メイリオ" panose="020B0604030504040204" pitchFamily="50" charset="-128"/>
                      </a:endParaRPr>
                    </a:p>
                  </a:txBody>
                  <a:tcPr marL="12700" marR="12700" marT="12700" anchor="ctr">
                    <a:solidFill>
                      <a:srgbClr val="FFC000"/>
                    </a:solidFill>
                  </a:tcPr>
                </a:tc>
                <a:tc>
                  <a:txBody>
                    <a:bodyPr/>
                    <a:lstStyle/>
                    <a:p>
                      <a:pPr indent="0">
                        <a:buNone/>
                      </a:pPr>
                      <a:endParaRPr lang="en-US" altLang="en-US" sz="1200" b="1">
                        <a:solidFill>
                          <a:srgbClr val="FFFFFF"/>
                        </a:solidFill>
                        <a:latin typeface="メイリオ" panose="020B0604030504040204" pitchFamily="50" charset="-128"/>
                      </a:endParaRPr>
                    </a:p>
                  </a:txBody>
                  <a:tcPr marL="12700" marR="12700" marT="12700" anchor="ctr">
                    <a:solidFill>
                      <a:srgbClr val="FFC000"/>
                    </a:solidFill>
                  </a:tcPr>
                </a:tc>
                <a:tc>
                  <a:txBody>
                    <a:bodyPr/>
                    <a:lstStyle/>
                    <a:p>
                      <a:pPr indent="0">
                        <a:buNone/>
                      </a:pPr>
                      <a:endParaRPr lang="en-US" altLang="en-US" sz="1200" b="1">
                        <a:solidFill>
                          <a:srgbClr val="FFFFFF"/>
                        </a:solidFill>
                        <a:latin typeface="メイリオ" panose="020B0604030504040204" pitchFamily="50" charset="-128"/>
                      </a:endParaRPr>
                    </a:p>
                  </a:txBody>
                  <a:tcPr marL="12700" marR="12700" marT="12700" anchor="ctr">
                    <a:solidFill>
                      <a:srgbClr val="FFC000"/>
                    </a:solidFill>
                  </a:tcPr>
                </a:tc>
                <a:tc>
                  <a:txBody>
                    <a:bodyPr/>
                    <a:lstStyle/>
                    <a:p>
                      <a:pPr indent="0" algn="r">
                        <a:buNone/>
                      </a:pPr>
                      <a:endParaRPr lang="en-US" altLang="en-US" sz="1200" b="1">
                        <a:solidFill>
                          <a:srgbClr val="FFFFFF"/>
                        </a:solidFill>
                        <a:latin typeface="メイリオ" panose="020B0604030504040204" pitchFamily="50" charset="-128"/>
                      </a:endParaRPr>
                    </a:p>
                  </a:txBody>
                  <a:tcPr marL="12700" marR="12700" marT="12700" anchor="ctr">
                    <a:solidFill>
                      <a:srgbClr val="FFC000"/>
                    </a:solidFill>
                  </a:tcPr>
                </a:tc>
                <a:tc>
                  <a:txBody>
                    <a:bodyPr/>
                    <a:lstStyle/>
                    <a:p>
                      <a:pPr indent="0" algn="r">
                        <a:buNone/>
                      </a:pPr>
                      <a:r>
                        <a:rPr lang="en-US" sz="1200" b="1">
                          <a:solidFill>
                            <a:srgbClr val="FFFFFF"/>
                          </a:solidFill>
                          <a:latin typeface="メイリオ" panose="020B0604030504040204" pitchFamily="50" charset="-128"/>
                        </a:rPr>
                        <a:t>{{rcTotal}}</a:t>
                      </a:r>
                      <a:endParaRPr lang="en-US" altLang="en-US" sz="1200" b="1">
                        <a:solidFill>
                          <a:srgbClr val="FFFFFF"/>
                        </a:solidFill>
                        <a:latin typeface="メイリオ" panose="020B0604030504040204" pitchFamily="50" charset="-128"/>
                      </a:endParaRPr>
                    </a:p>
                  </a:txBody>
                  <a:tcPr marL="12700" marR="12700" marT="12700" anchor="ctr">
                    <a:solidFill>
                      <a:srgbClr val="FFC000"/>
                    </a:solidFill>
                  </a:tcPr>
                </a:tc>
                <a:extLst>
                  <a:ext uri="{0D108BD9-81ED-4DB2-BD59-A6C34878D82A}">
                    <a16:rowId xmlns:a16="http://schemas.microsoft.com/office/drawing/2014/main" val="10015"/>
                  </a:ext>
                </a:extLst>
              </a:tr>
            </a:tbl>
          </a:graphicData>
        </a:graphic>
      </p:graphicFrame>
      <p:sp>
        <p:nvSpPr>
          <p:cNvPr id="7" name="Text Box 575"/>
          <p:cNvSpPr txBox="1">
            <a:spLocks noChangeArrowheads="1"/>
          </p:cNvSpPr>
          <p:nvPr/>
        </p:nvSpPr>
        <p:spPr bwMode="auto">
          <a:xfrm>
            <a:off x="6541135" y="5678805"/>
            <a:ext cx="5412105" cy="106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ja-JP" sz="1200" dirty="0">
                <a:latin typeface="メイリオ" panose="020B0604030504040204" pitchFamily="50" charset="-128"/>
                <a:ea typeface="メイリオ" panose="020B0604030504040204" pitchFamily="50" charset="-128"/>
                <a:cs typeface="メイリオ" panose="020B0604030504040204" pitchFamily="50" charset="-128"/>
                <a:sym typeface="+mn-ea"/>
              </a:rPr>
              <a:t>※</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sym typeface="+mn-ea"/>
              </a:rPr>
              <a:t>店舗状況により変動、広告費・変動費は含んでおりません。</a:t>
            </a:r>
            <a:endParaRPr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p>
            <a:pPr>
              <a:spcBef>
                <a:spcPct val="50000"/>
              </a:spcBef>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sym typeface="+mn-ea"/>
              </a:rPr>
              <a:t>・広告費　1～2年目：</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sym typeface="+mn-ea"/>
              </a:rPr>
              <a:t>{{adYear2}}</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sym typeface="+mn-ea"/>
              </a:rPr>
              <a:t>万円/月　3年目以降</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sym typeface="+mn-ea"/>
              </a:rPr>
              <a:t>{{adYear3}}</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sym typeface="+mn-ea"/>
              </a:rPr>
              <a:t>万円/月</a:t>
            </a:r>
          </a:p>
          <a:p>
            <a:pPr>
              <a:spcBef>
                <a:spcPct val="50000"/>
              </a:spcBef>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sym typeface="+mn-ea"/>
              </a:rPr>
              <a:t>・変動費　約</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sym typeface="+mn-ea"/>
              </a:rPr>
              <a:t>{{variableCost}}</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sym typeface="+mn-ea"/>
              </a:rPr>
              <a:t>円/1ユーザー</a:t>
            </a:r>
            <a:endParaRPr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p>
            <a:pPr>
              <a:spcBef>
                <a:spcPct val="50000"/>
              </a:spcBef>
            </a:pPr>
            <a:r>
              <a:rPr lang="en-US" altLang="ja-JP" sz="800" b="1" dirty="0">
                <a:latin typeface="メイリオ" panose="020B0604030504040204" pitchFamily="50" charset="-128"/>
                <a:ea typeface="メイリオ" panose="020B0604030504040204" pitchFamily="50" charset="-128"/>
                <a:cs typeface="メイリオ" panose="020B0604030504040204" pitchFamily="50" charset="-128"/>
                <a:sym typeface="+mn-ea"/>
              </a:rPr>
              <a:t> </a:t>
            </a:r>
            <a:r>
              <a:rPr lang="ja-JP" altLang="en-US" sz="10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sym typeface="+mn-ea"/>
              </a:rPr>
              <a:t>ロイヤリティー・会員利用料・決済手数料・各オプション売上シェア</a:t>
            </a:r>
          </a:p>
        </p:txBody>
      </p:sp>
      <p:sp>
        <p:nvSpPr>
          <p:cNvPr id="8" name="Text Box 514"/>
          <p:cNvSpPr txBox="1">
            <a:spLocks noChangeArrowheads="1"/>
          </p:cNvSpPr>
          <p:nvPr/>
        </p:nvSpPr>
        <p:spPr bwMode="auto">
          <a:xfrm>
            <a:off x="489729" y="523150"/>
            <a:ext cx="1789704"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ja-JP" altLang="en-US" sz="1600" dirty="0">
                <a:latin typeface="メイリオ" panose="020B0604030504040204" pitchFamily="50" charset="-128"/>
                <a:ea typeface="メイリオ" panose="020B0604030504040204" pitchFamily="50" charset="-128"/>
              </a:rPr>
              <a:t>＜投資金額＞</a:t>
            </a:r>
          </a:p>
        </p:txBody>
      </p:sp>
      <p:sp>
        <p:nvSpPr>
          <p:cNvPr id="9" name="Text Box 514"/>
          <p:cNvSpPr txBox="1">
            <a:spLocks noChangeArrowheads="1"/>
          </p:cNvSpPr>
          <p:nvPr/>
        </p:nvSpPr>
        <p:spPr bwMode="auto">
          <a:xfrm>
            <a:off x="6541135" y="523240"/>
            <a:ext cx="218186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ja-JP" altLang="en-US" sz="1600" dirty="0">
                <a:latin typeface="メイリオ" panose="020B0604030504040204" pitchFamily="50" charset="-128"/>
                <a:ea typeface="メイリオ" panose="020B0604030504040204" pitchFamily="50" charset="-128"/>
              </a:rPr>
              <a:t>＜運営コスト＞</a:t>
            </a:r>
          </a:p>
        </p:txBody>
      </p:sp>
      <p:sp>
        <p:nvSpPr>
          <p:cNvPr id="14" name="Text Box 2"/>
          <p:cNvSpPr txBox="1">
            <a:spLocks noChangeArrowheads="1"/>
          </p:cNvSpPr>
          <p:nvPr/>
        </p:nvSpPr>
        <p:spPr bwMode="auto">
          <a:xfrm>
            <a:off x="584835" y="130810"/>
            <a:ext cx="918400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ja-JP" altLang="en-US" sz="1800" b="1" dirty="0">
                <a:latin typeface="メイリオ" panose="020B0604030504040204" pitchFamily="50" charset="-128"/>
                <a:ea typeface="メイリオ" panose="020B0604030504040204" pitchFamily="50" charset="-128"/>
                <a:cs typeface="メイリオ" panose="020B0604030504040204" pitchFamily="50" charset="-128"/>
              </a:rPr>
              <a:t>投資金額</a:t>
            </a:r>
            <a:r>
              <a:rPr kumimoji="1" lang="en-US" altLang="ja-JP" sz="1800" b="1" dirty="0">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800" b="1" dirty="0">
                <a:latin typeface="メイリオ" panose="020B0604030504040204" pitchFamily="50" charset="-128"/>
                <a:ea typeface="メイリオ" panose="020B0604030504040204" pitchFamily="50" charset="-128"/>
                <a:cs typeface="メイリオ" panose="020B0604030504040204" pitchFamily="50" charset="-128"/>
              </a:rPr>
              <a:t>運営コストシミュレーション　</a:t>
            </a:r>
            <a:r>
              <a:rPr kumimoji="1" lang="en-US" altLang="ja-JP" sz="18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8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概算金額</a:t>
            </a:r>
          </a:p>
        </p:txBody>
      </p:sp>
      <p:sp>
        <p:nvSpPr>
          <p:cNvPr id="15" name="Line 4"/>
          <p:cNvSpPr>
            <a:spLocks noChangeShapeType="1"/>
          </p:cNvSpPr>
          <p:nvPr/>
        </p:nvSpPr>
        <p:spPr bwMode="auto">
          <a:xfrm>
            <a:off x="625147" y="471689"/>
            <a:ext cx="91440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16" name="Text Box 575"/>
          <p:cNvSpPr txBox="1">
            <a:spLocks noChangeArrowheads="1"/>
          </p:cNvSpPr>
          <p:nvPr/>
        </p:nvSpPr>
        <p:spPr bwMode="auto">
          <a:xfrm>
            <a:off x="480695" y="4800600"/>
            <a:ext cx="5401310" cy="1106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sym typeface="+mn-ea"/>
              </a:rPr>
              <a:t>・現地調査後金額は変動します。</a:t>
            </a:r>
          </a:p>
          <a:p>
            <a:pPr>
              <a:spcBef>
                <a:spcPct val="50000"/>
              </a:spcBef>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sym typeface="+mn-ea"/>
              </a:rPr>
              <a:t>・不動産取得費は含まれておりません。</a:t>
            </a:r>
          </a:p>
          <a:p>
            <a:pPr>
              <a:spcBef>
                <a:spcPct val="50000"/>
              </a:spcBef>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sym typeface="+mn-ea"/>
              </a:rPr>
              <a:t>・内装、看板費：</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sym typeface="+mn-ea"/>
              </a:rPr>
              <a:t>{{interiorPerTsubo}}</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sym typeface="+mn-ea"/>
              </a:rPr>
              <a:t>万円/坪にて算出。</a:t>
            </a:r>
          </a:p>
          <a:p>
            <a:pPr>
              <a:spcBef>
                <a:spcPct val="50000"/>
              </a:spcBef>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sym typeface="+mn-ea"/>
              </a:rPr>
              <a:t>・マシン購入費：</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sym typeface="+mn-ea"/>
              </a:rPr>
              <a:t>{{machinePerTsubo}}</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sym typeface="+mn-ea"/>
              </a:rPr>
              <a:t>万円/坪にて算出。</a:t>
            </a:r>
            <a:endParaRPr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 name="テキストボックス 2"/>
          <p:cNvSpPr txBox="1"/>
          <p:nvPr/>
        </p:nvSpPr>
        <p:spPr>
          <a:xfrm>
            <a:off x="5170805" y="648335"/>
            <a:ext cx="711200" cy="269240"/>
          </a:xfrm>
          <a:prstGeom prst="rect">
            <a:avLst/>
          </a:prstGeom>
          <a:noFill/>
        </p:spPr>
        <p:txBody>
          <a:bodyPr wrap="none" lIns="0" tIns="0" rIns="0" bIns="0" rtlCol="0" anchor="t">
            <a:spAutoFit/>
          </a:bodyPr>
          <a:lstStyle/>
          <a:p>
            <a:pPr algn="just">
              <a:lnSpc>
                <a:spcPct val="125000"/>
              </a:lnSpc>
            </a:pPr>
            <a:r>
              <a:rPr lang="ja-JP" altLang="en-US" sz="1400" b="1" dirty="0">
                <a:latin typeface="+mj-ea"/>
                <a:ea typeface="+mj-ea"/>
                <a:sym typeface="+mn-ea"/>
              </a:rPr>
              <a:t>（税抜）</a:t>
            </a:r>
            <a:endParaRPr kumimoji="1" lang="ja-JP" altLang="en-US" sz="1400" kern="1200">
              <a:solidFill>
                <a:srgbClr val="000000"/>
              </a:solidFill>
              <a:latin typeface="ＭＳ Ｐゴシック" panose="020B0600070205080204" pitchFamily="50" charset="-128"/>
              <a:ea typeface="ＭＳ Ｐゴシック" panose="020B0600070205080204" pitchFamily="50" charset="-128"/>
            </a:endParaRPr>
          </a:p>
        </p:txBody>
      </p:sp>
      <p:sp>
        <p:nvSpPr>
          <p:cNvPr id="4" name="テキストボックス 3"/>
          <p:cNvSpPr txBox="1"/>
          <p:nvPr/>
        </p:nvSpPr>
        <p:spPr>
          <a:xfrm>
            <a:off x="11242675" y="621030"/>
            <a:ext cx="711200" cy="269240"/>
          </a:xfrm>
          <a:prstGeom prst="rect">
            <a:avLst/>
          </a:prstGeom>
          <a:noFill/>
        </p:spPr>
        <p:txBody>
          <a:bodyPr wrap="none" lIns="0" tIns="0" rIns="0" bIns="0" rtlCol="0" anchor="t">
            <a:spAutoFit/>
          </a:bodyPr>
          <a:lstStyle/>
          <a:p>
            <a:pPr algn="just">
              <a:lnSpc>
                <a:spcPct val="125000"/>
              </a:lnSpc>
            </a:pPr>
            <a:r>
              <a:rPr lang="ja-JP" altLang="en-US" sz="1400" b="1" dirty="0">
                <a:latin typeface="+mj-ea"/>
                <a:ea typeface="+mj-ea"/>
                <a:sym typeface="+mn-ea"/>
              </a:rPr>
              <a:t>（税抜）</a:t>
            </a:r>
            <a:endParaRPr kumimoji="1" lang="ja-JP" altLang="en-US" sz="1400" kern="1200">
              <a:solidFill>
                <a:srgbClr val="000000"/>
              </a:solidFill>
              <a:latin typeface="ＭＳ Ｐゴシック" panose="020B0600070205080204" pitchFamily="50" charset="-128"/>
              <a:ea typeface="ＭＳ Ｐゴシック" panose="020B0600070205080204" pitchFamily="50"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Text Box 2"/>
          <p:cNvSpPr txBox="1">
            <a:spLocks noChangeArrowheads="1"/>
          </p:cNvSpPr>
          <p:nvPr/>
        </p:nvSpPr>
        <p:spPr bwMode="auto">
          <a:xfrm>
            <a:off x="584645" y="130632"/>
            <a:ext cx="69119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ja-JP" altLang="en-US" sz="1800" dirty="0">
                <a:ea typeface="HGP創英角ｺﾞｼｯｸUB" panose="020B0900000000000000" pitchFamily="50" charset="-128"/>
              </a:rPr>
              <a:t>財務シミュレーション　</a:t>
            </a:r>
            <a:r>
              <a:rPr lang="en-US" altLang="ja-JP" sz="1800" dirty="0">
                <a:ea typeface="HGP創英角ｺﾞｼｯｸUB" panose="020B0900000000000000" pitchFamily="50" charset="-128"/>
              </a:rPr>
              <a:t>【</a:t>
            </a:r>
            <a:r>
              <a:rPr lang="ja-JP" altLang="en-US" sz="1800" dirty="0">
                <a:ea typeface="HGP創英角ｺﾞｼｯｸUB" panose="020B0900000000000000" pitchFamily="50" charset="-128"/>
              </a:rPr>
              <a:t>アグレッシブ</a:t>
            </a:r>
            <a:r>
              <a:rPr lang="en-US" altLang="ja-JP" sz="1800" dirty="0">
                <a:ea typeface="HGP創英角ｺﾞｼｯｸUB" panose="020B0900000000000000" pitchFamily="50" charset="-128"/>
              </a:rPr>
              <a:t>】</a:t>
            </a:r>
            <a:endParaRPr lang="ja-JP" altLang="en-US" sz="1800" dirty="0">
              <a:ea typeface="HGP創英角ｺﾞｼｯｸUB" panose="020B0900000000000000" pitchFamily="50" charset="-128"/>
            </a:endParaRPr>
          </a:p>
        </p:txBody>
      </p:sp>
      <p:sp>
        <p:nvSpPr>
          <p:cNvPr id="331780" name="Line 4"/>
          <p:cNvSpPr>
            <a:spLocks noChangeShapeType="1"/>
          </p:cNvSpPr>
          <p:nvPr/>
        </p:nvSpPr>
        <p:spPr bwMode="auto">
          <a:xfrm>
            <a:off x="625147" y="471689"/>
            <a:ext cx="91440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aphicFrame>
        <p:nvGraphicFramePr>
          <p:cNvPr id="332359" name="Group 583"/>
          <p:cNvGraphicFramePr>
            <a:graphicFrameLocks noGrp="1"/>
          </p:cNvGraphicFramePr>
          <p:nvPr/>
        </p:nvGraphicFramePr>
        <p:xfrm>
          <a:off x="773102" y="1116000"/>
          <a:ext cx="2818336" cy="1524000"/>
        </p:xfrm>
        <a:graphic>
          <a:graphicData uri="http://schemas.openxmlformats.org/drawingml/2006/table">
            <a:tbl>
              <a:tblPr/>
              <a:tblGrid>
                <a:gridCol w="1584758">
                  <a:extLst>
                    <a:ext uri="{9D8B030D-6E8A-4147-A177-3AD203B41FA5}">
                      <a16:colId xmlns:a16="http://schemas.microsoft.com/office/drawing/2014/main" val="20000"/>
                    </a:ext>
                  </a:extLst>
                </a:gridCol>
                <a:gridCol w="1233578">
                  <a:extLst>
                    <a:ext uri="{9D8B030D-6E8A-4147-A177-3AD203B41FA5}">
                      <a16:colId xmlns:a16="http://schemas.microsoft.com/office/drawing/2014/main" val="20001"/>
                    </a:ext>
                  </a:extLst>
                </a:gridCol>
              </a:tblGrid>
              <a:tr h="3048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ja-JP" altLang="en-US" sz="1400" b="0" i="0" u="none" strike="noStrike" cap="none" normalizeH="0" baseline="0" dirty="0">
                          <a:ln>
                            <a:noFill/>
                          </a:ln>
                          <a:solidFill>
                            <a:schemeClr val="tx1"/>
                          </a:solidFill>
                          <a:effectLst/>
                          <a:latin typeface="Arial" panose="020B0604020202020204" pitchFamily="34" charset="0"/>
                          <a:ea typeface="HGP創英角ｺﾞｼｯｸUB" panose="020B0900000000000000" pitchFamily="50" charset="-128"/>
                        </a:rPr>
                        <a:t>平均単価</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r">
                        <a:buNone/>
                      </a:pPr>
                      <a:r>
                        <a:rPr lang="en-US" sz="1200" b="1">
                          <a:solidFill>
                            <a:srgbClr val="A50021"/>
                          </a:solidFill>
                          <a:latin typeface="Arial" panose="020B0604020202020204" pitchFamily="34" charset="0"/>
                        </a:rPr>
                        <a:t>{{kpi.price}}</a:t>
                      </a:r>
                      <a:endParaRPr lang="en-US" altLang="en-US" sz="1200" b="1">
                        <a:solidFill>
                          <a:srgbClr val="A50021"/>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0338">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ja-JP" altLang="en-US" sz="1400" b="0" i="0" u="none" strike="noStrike" cap="none" normalizeH="0" baseline="0" dirty="0">
                          <a:ln>
                            <a:noFill/>
                          </a:ln>
                          <a:solidFill>
                            <a:schemeClr val="tx1"/>
                          </a:solidFill>
                          <a:effectLst/>
                          <a:latin typeface="Arial" panose="020B0604020202020204" pitchFamily="34" charset="0"/>
                          <a:ea typeface="HGP創英角ｺﾞｼｯｸUB" panose="020B0900000000000000" pitchFamily="50" charset="-128"/>
                        </a:rPr>
                        <a:t>損益分岐点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r">
                        <a:buNone/>
                      </a:pPr>
                      <a:r>
                        <a:rPr lang="zh-CN" sz="1200" b="1">
                          <a:solidFill>
                            <a:srgbClr val="A50021"/>
                          </a:solidFill>
                          <a:cs typeface="Arial" panose="020B0604020202020204" pitchFamily="34" charset="0"/>
                        </a:rPr>
                        <a:t>{{kpi.be}}</a:t>
                      </a:r>
                      <a:endParaRPr lang="en-US" altLang="en-US" sz="1200" b="1">
                        <a:solidFill>
                          <a:srgbClr val="A50021"/>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ja-JP" altLang="en-US" sz="1400" b="0" i="0" u="none" strike="noStrike" cap="none" normalizeH="0" baseline="0" dirty="0">
                          <a:ln>
                            <a:noFill/>
                          </a:ln>
                          <a:solidFill>
                            <a:schemeClr val="tx1"/>
                          </a:solidFill>
                          <a:effectLst/>
                          <a:latin typeface="Arial" panose="020B0604020202020204" pitchFamily="34" charset="0"/>
                          <a:ea typeface="HGP創英角ｺﾞｼｯｸUB" panose="020B0900000000000000" pitchFamily="50" charset="-128"/>
                        </a:rPr>
                        <a:t>実質最大会員数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r">
                        <a:buNone/>
                      </a:pPr>
                      <a:r>
                        <a:rPr lang="zh-CN" sz="1200" b="1">
                          <a:solidFill>
                            <a:srgbClr val="A50021"/>
                          </a:solidFill>
                          <a:cs typeface="Arial" panose="020B0604020202020204" pitchFamily="34" charset="0"/>
                        </a:rPr>
                        <a:t>{{kpi.max}}</a:t>
                      </a:r>
                      <a:endParaRPr lang="en-US" altLang="en-US" sz="1200" b="1">
                        <a:solidFill>
                          <a:srgbClr val="A50021"/>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2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ja-JP" altLang="en-US" sz="1400" b="0" i="0" u="none" strike="noStrike" cap="none" normalizeH="0" baseline="0" dirty="0">
                          <a:ln>
                            <a:noFill/>
                          </a:ln>
                          <a:solidFill>
                            <a:schemeClr val="tx1"/>
                          </a:solidFill>
                          <a:effectLst/>
                          <a:latin typeface="Arial" panose="020B0604020202020204" pitchFamily="34" charset="0"/>
                          <a:ea typeface="HGP創英角ｺﾞｼｯｸUB" panose="020B0900000000000000" pitchFamily="50" charset="-128"/>
                        </a:rPr>
                        <a:t>同時利用人数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r">
                        <a:buNone/>
                      </a:pPr>
                      <a:r>
                        <a:rPr lang="zh-CN" sz="1200" b="1">
                          <a:solidFill>
                            <a:srgbClr val="A50021"/>
                          </a:solidFill>
                          <a:cs typeface="Arial" panose="020B0604020202020204" pitchFamily="34" charset="0"/>
                        </a:rPr>
                        <a:t>{{kpi.cc}}</a:t>
                      </a:r>
                      <a:endParaRPr lang="en-US" altLang="en-US" sz="1200" b="1">
                        <a:solidFill>
                          <a:srgbClr val="A50021"/>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2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ja-JP" altLang="en-US" sz="1400" b="0" i="0" u="none" strike="noStrike" cap="none" normalizeH="0" baseline="0" dirty="0">
                          <a:ln>
                            <a:noFill/>
                          </a:ln>
                          <a:solidFill>
                            <a:schemeClr val="tx1"/>
                          </a:solidFill>
                          <a:effectLst/>
                          <a:latin typeface="Arial" panose="020B0604020202020204" pitchFamily="34" charset="0"/>
                          <a:ea typeface="HGP創英角ｺﾞｼｯｸUB" panose="020B0900000000000000" pitchFamily="50" charset="-128"/>
                        </a:rPr>
                        <a:t>駐車場必要数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r">
                        <a:buNone/>
                      </a:pPr>
                      <a:r>
                        <a:rPr lang="en-US" sz="1200" b="1">
                          <a:solidFill>
                            <a:srgbClr val="A50021"/>
                          </a:solidFill>
                          <a:latin typeface="Arial" panose="020B0604020202020204" pitchFamily="34" charset="0"/>
                        </a:rPr>
                        <a:t>{{kpi.park}}</a:t>
                      </a:r>
                      <a:endParaRPr lang="en-US" altLang="en-US" sz="1200" b="1">
                        <a:solidFill>
                          <a:srgbClr val="A50021"/>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Text Box 575"/>
          <p:cNvSpPr txBox="1">
            <a:spLocks noChangeArrowheads="1"/>
          </p:cNvSpPr>
          <p:nvPr/>
        </p:nvSpPr>
        <p:spPr bwMode="auto">
          <a:xfrm>
            <a:off x="772795" y="2915920"/>
            <a:ext cx="4323715"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人あたり週</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2</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回利用</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・平均滞在時間</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時間　</a:t>
            </a:r>
            <a:endParaRPr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a:p>
            <a:pPr>
              <a:spcBef>
                <a:spcPct val="50000"/>
              </a:spcBef>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・必要面積</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3</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坪</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sym typeface="+mn-ea"/>
              </a:rPr>
              <a:t>/1</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sym typeface="+mn-ea"/>
              </a:rPr>
              <a:t>人</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と仮定</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・駐車場の利用率は</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80</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％と仮定</a:t>
            </a:r>
          </a:p>
          <a:p>
            <a:pPr>
              <a:spcBef>
                <a:spcPct val="50000"/>
              </a:spcBef>
            </a:pPr>
            <a:r>
              <a:rPr lang="en-US" altLang="ja-JP" sz="11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sym typeface="+mn-ea"/>
              </a:rPr>
              <a:t>※</a:t>
            </a:r>
            <a:r>
              <a:rPr lang="ja-JP" altLang="en-US" sz="11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sym typeface="+mn-ea"/>
              </a:rPr>
              <a:t>損益分岐点に広告費は加味されておりません。</a:t>
            </a:r>
          </a:p>
        </p:txBody>
      </p:sp>
      <p:graphicFrame>
        <p:nvGraphicFramePr>
          <p:cNvPr id="3" name="表 2"/>
          <p:cNvGraphicFramePr>
            <a:graphicFrameLocks noGrp="1"/>
          </p:cNvGraphicFramePr>
          <p:nvPr/>
        </p:nvGraphicFramePr>
        <p:xfrm>
          <a:off x="1008000" y="3852000"/>
          <a:ext cx="9936788" cy="2677511"/>
        </p:xfrm>
        <a:graphic>
          <a:graphicData uri="http://schemas.openxmlformats.org/drawingml/2006/table">
            <a:tbl>
              <a:tblPr>
                <a:tableStyleId>{5C22544A-7EE6-4342-B048-85BDC9FD1C3A}</a:tableStyleId>
              </a:tblPr>
              <a:tblGrid>
                <a:gridCol w="2052517">
                  <a:extLst>
                    <a:ext uri="{9D8B030D-6E8A-4147-A177-3AD203B41FA5}">
                      <a16:colId xmlns:a16="http://schemas.microsoft.com/office/drawing/2014/main" val="20000"/>
                    </a:ext>
                  </a:extLst>
                </a:gridCol>
                <a:gridCol w="1319474">
                  <a:extLst>
                    <a:ext uri="{9D8B030D-6E8A-4147-A177-3AD203B41FA5}">
                      <a16:colId xmlns:a16="http://schemas.microsoft.com/office/drawing/2014/main" val="20001"/>
                    </a:ext>
                  </a:extLst>
                </a:gridCol>
                <a:gridCol w="1384634">
                  <a:extLst>
                    <a:ext uri="{9D8B030D-6E8A-4147-A177-3AD203B41FA5}">
                      <a16:colId xmlns:a16="http://schemas.microsoft.com/office/drawing/2014/main" val="20002"/>
                    </a:ext>
                  </a:extLst>
                </a:gridCol>
                <a:gridCol w="1270606">
                  <a:extLst>
                    <a:ext uri="{9D8B030D-6E8A-4147-A177-3AD203B41FA5}">
                      <a16:colId xmlns:a16="http://schemas.microsoft.com/office/drawing/2014/main" val="20003"/>
                    </a:ext>
                  </a:extLst>
                </a:gridCol>
                <a:gridCol w="1270606">
                  <a:extLst>
                    <a:ext uri="{9D8B030D-6E8A-4147-A177-3AD203B41FA5}">
                      <a16:colId xmlns:a16="http://schemas.microsoft.com/office/drawing/2014/main" val="20004"/>
                    </a:ext>
                  </a:extLst>
                </a:gridCol>
                <a:gridCol w="1368425">
                  <a:extLst>
                    <a:ext uri="{9D8B030D-6E8A-4147-A177-3AD203B41FA5}">
                      <a16:colId xmlns:a16="http://schemas.microsoft.com/office/drawing/2014/main" val="20005"/>
                    </a:ext>
                  </a:extLst>
                </a:gridCol>
                <a:gridCol w="1270526">
                  <a:extLst>
                    <a:ext uri="{9D8B030D-6E8A-4147-A177-3AD203B41FA5}">
                      <a16:colId xmlns:a16="http://schemas.microsoft.com/office/drawing/2014/main" val="20006"/>
                    </a:ext>
                  </a:extLst>
                </a:gridCol>
              </a:tblGrid>
              <a:tr h="283845">
                <a:tc>
                  <a:txBody>
                    <a:bodyPr/>
                    <a:lstStyle/>
                    <a:p>
                      <a:pPr indent="0" algn="ctr">
                        <a:buNone/>
                      </a:pPr>
                      <a:endParaRPr lang="en-US" altLang="en-US" sz="1000" b="0">
                        <a:solidFill>
                          <a:srgbClr val="FFFFFF"/>
                        </a:solidFill>
                        <a:latin typeface="Arial" panose="020B0604020202020204" pitchFamily="34" charset="0"/>
                      </a:endParaRPr>
                    </a:p>
                  </a:txBody>
                  <a:tcPr marL="12700" marR="12700" marT="12700" anchor="ctr">
                    <a:solidFill>
                      <a:schemeClr val="tx1"/>
                    </a:solidFill>
                  </a:tcPr>
                </a:tc>
                <a:tc>
                  <a:txBody>
                    <a:bodyPr/>
                    <a:lstStyle/>
                    <a:p>
                      <a:pPr indent="0" algn="ctr">
                        <a:buNone/>
                      </a:pPr>
                      <a:r>
                        <a:rPr lang="zh-CN" sz="1000" b="1">
                          <a:solidFill>
                            <a:srgbClr val="FFFFFF"/>
                          </a:solidFill>
                          <a:cs typeface="Arial" panose="020B0604020202020204" pitchFamily="34" charset="0"/>
                        </a:rPr>
                        <a:t>年度末会員数</a:t>
                      </a:r>
                      <a:endParaRPr lang="en-US" altLang="en-US" sz="1000" b="1">
                        <a:solidFill>
                          <a:srgbClr val="FFFFFF"/>
                        </a:solidFill>
                        <a:latin typeface="Arial" panose="020B0604020202020204" pitchFamily="34" charset="0"/>
                      </a:endParaRPr>
                    </a:p>
                  </a:txBody>
                  <a:tcPr marL="12700" marR="12700" marT="12700" anchor="ctr">
                    <a:solidFill>
                      <a:schemeClr val="tx1"/>
                    </a:solidFill>
                  </a:tcPr>
                </a:tc>
                <a:tc>
                  <a:txBody>
                    <a:bodyPr/>
                    <a:lstStyle/>
                    <a:p>
                      <a:pPr indent="0" algn="ctr">
                        <a:buNone/>
                      </a:pPr>
                      <a:r>
                        <a:rPr lang="zh-CN" sz="1000" b="1">
                          <a:solidFill>
                            <a:srgbClr val="FFFFFF"/>
                          </a:solidFill>
                          <a:cs typeface="Arial" panose="020B0604020202020204" pitchFamily="34" charset="0"/>
                        </a:rPr>
                        <a:t>売上</a:t>
                      </a:r>
                      <a:endParaRPr lang="en-US" altLang="en-US" sz="1000" b="1">
                        <a:solidFill>
                          <a:srgbClr val="FFFFFF"/>
                        </a:solidFill>
                        <a:latin typeface="Arial" panose="020B0604020202020204" pitchFamily="34" charset="0"/>
                      </a:endParaRPr>
                    </a:p>
                  </a:txBody>
                  <a:tcPr marL="12700" marR="12700" marT="12700" anchor="ctr">
                    <a:solidFill>
                      <a:schemeClr val="tx1"/>
                    </a:solidFill>
                  </a:tcPr>
                </a:tc>
                <a:tc>
                  <a:txBody>
                    <a:bodyPr/>
                    <a:lstStyle/>
                    <a:p>
                      <a:pPr indent="0" algn="ctr">
                        <a:buNone/>
                      </a:pPr>
                      <a:r>
                        <a:rPr lang="zh-CN" sz="1000" b="1">
                          <a:solidFill>
                            <a:srgbClr val="FFFFFF"/>
                          </a:solidFill>
                          <a:cs typeface="Arial" panose="020B0604020202020204" pitchFamily="34" charset="0"/>
                        </a:rPr>
                        <a:t>売上増加率</a:t>
                      </a:r>
                      <a:endParaRPr lang="en-US" altLang="en-US" sz="1000" b="1">
                        <a:solidFill>
                          <a:srgbClr val="FFFFFF"/>
                        </a:solidFill>
                        <a:latin typeface="Arial" panose="020B0604020202020204" pitchFamily="34" charset="0"/>
                      </a:endParaRPr>
                    </a:p>
                  </a:txBody>
                  <a:tcPr marL="12700" marR="12700" marT="12700" anchor="ctr">
                    <a:solidFill>
                      <a:schemeClr val="tx1"/>
                    </a:solidFill>
                  </a:tcPr>
                </a:tc>
                <a:tc>
                  <a:txBody>
                    <a:bodyPr/>
                    <a:lstStyle/>
                    <a:p>
                      <a:pPr indent="0" algn="ctr">
                        <a:buNone/>
                      </a:pPr>
                      <a:r>
                        <a:rPr lang="zh-CN" sz="1000" b="1">
                          <a:solidFill>
                            <a:srgbClr val="FFFFFF"/>
                          </a:solidFill>
                          <a:cs typeface="Arial" panose="020B0604020202020204" pitchFamily="34" charset="0"/>
                        </a:rPr>
                        <a:t>経費</a:t>
                      </a:r>
                      <a:endParaRPr lang="en-US" altLang="en-US" sz="1000" b="1">
                        <a:solidFill>
                          <a:srgbClr val="FFFFFF"/>
                        </a:solidFill>
                        <a:latin typeface="Arial" panose="020B0604020202020204" pitchFamily="34" charset="0"/>
                      </a:endParaRPr>
                    </a:p>
                  </a:txBody>
                  <a:tcPr marL="12700" marR="12700" marT="12700" anchor="ctr">
                    <a:solidFill>
                      <a:schemeClr val="tx1"/>
                    </a:solidFill>
                  </a:tcPr>
                </a:tc>
                <a:tc>
                  <a:txBody>
                    <a:bodyPr/>
                    <a:lstStyle/>
                    <a:p>
                      <a:pPr indent="0" algn="ctr">
                        <a:buNone/>
                      </a:pPr>
                      <a:r>
                        <a:rPr lang="zh-CN" sz="1000" b="1">
                          <a:solidFill>
                            <a:srgbClr val="FFFFFF"/>
                          </a:solidFill>
                          <a:cs typeface="Arial" panose="020B0604020202020204" pitchFamily="34" charset="0"/>
                        </a:rPr>
                        <a:t>税引前利益</a:t>
                      </a:r>
                      <a:endParaRPr lang="en-US" altLang="en-US" sz="1000" b="1">
                        <a:solidFill>
                          <a:srgbClr val="FFFFFF"/>
                        </a:solidFill>
                        <a:latin typeface="Arial" panose="020B0604020202020204" pitchFamily="34" charset="0"/>
                      </a:endParaRPr>
                    </a:p>
                  </a:txBody>
                  <a:tcPr marL="12700" marR="12700" marT="12700" anchor="ctr">
                    <a:solidFill>
                      <a:schemeClr val="tx1"/>
                    </a:solidFill>
                  </a:tcPr>
                </a:tc>
                <a:tc>
                  <a:txBody>
                    <a:bodyPr/>
                    <a:lstStyle/>
                    <a:p>
                      <a:pPr indent="0" algn="r">
                        <a:buNone/>
                      </a:pPr>
                      <a:r>
                        <a:rPr lang="zh-CN" sz="1000" b="1">
                          <a:solidFill>
                            <a:srgbClr val="FFFFFF"/>
                          </a:solidFill>
                          <a:cs typeface="Arial" panose="020B0604020202020204" pitchFamily="34" charset="0"/>
                        </a:rPr>
                        <a:t>投資回収率</a:t>
                      </a:r>
                      <a:endParaRPr lang="en-US" altLang="en-US" sz="1000" b="1">
                        <a:solidFill>
                          <a:srgbClr val="FFFFFF"/>
                        </a:solidFill>
                        <a:latin typeface="Arial" panose="020B0604020202020204" pitchFamily="34" charset="0"/>
                      </a:endParaRPr>
                    </a:p>
                  </a:txBody>
                  <a:tcPr marL="12700" marR="12700" marT="12700" anchor="ctr">
                    <a:solidFill>
                      <a:schemeClr val="tx1"/>
                    </a:solidFill>
                  </a:tcPr>
                </a:tc>
                <a:extLst>
                  <a:ext uri="{0D108BD9-81ED-4DB2-BD59-A6C34878D82A}">
                    <a16:rowId xmlns:a16="http://schemas.microsoft.com/office/drawing/2014/main" val="10000"/>
                  </a:ext>
                </a:extLst>
              </a:tr>
              <a:tr h="187942">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1期</a:t>
                      </a:r>
                      <a:endParaRPr lang="en-US" altLang="en-US" sz="1000" b="0">
                        <a:solidFill>
                          <a:srgbClr val="000000"/>
                        </a:solidFill>
                        <a:latin typeface="メイリオ" panose="020B0604030504040204" pitchFamily="50" charset="-128"/>
                      </a:endParaRPr>
                    </a:p>
                  </a:txBody>
                  <a:tcPr marL="12700" marR="12700" marT="12700" anchor="ctr">
                    <a:solidFill>
                      <a:srgbClr val="E9EDF4"/>
                    </a:solidFill>
                  </a:tcPr>
                </a:tc>
                <a:tc>
                  <a:txBody>
                    <a:bodyPr/>
                    <a:lstStyle/>
                    <a:p>
                      <a:pPr indent="0" algn="ctr">
                        <a:buNone/>
                      </a:pPr>
                      <a:r>
                        <a:rPr lang="en-US" sz="1000" b="0">
                          <a:solidFill>
                            <a:srgbClr val="000000"/>
                          </a:solidFill>
                          <a:latin typeface="Arial" panose="020B0604020202020204" pitchFamily="34" charset="0"/>
                        </a:rPr>
                        <a:t>{{y1.m}}</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{{y1.rev}}</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{{y1.gr}}</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{{y1.cost}}</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{{y1.pt}}</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{{y1.pr}}</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extLst>
                  <a:ext uri="{0D108BD9-81ED-4DB2-BD59-A6C34878D82A}">
                    <a16:rowId xmlns:a16="http://schemas.microsoft.com/office/drawing/2014/main" val="10001"/>
                  </a:ext>
                </a:extLst>
              </a:tr>
              <a:tr h="210820">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2期</a:t>
                      </a:r>
                      <a:endParaRPr lang="en-US" altLang="en-US" sz="1000" b="0">
                        <a:solidFill>
                          <a:srgbClr val="000000"/>
                        </a:solidFill>
                        <a:latin typeface="メイリオ" panose="020B0604030504040204" pitchFamily="50" charset="-128"/>
                      </a:endParaRPr>
                    </a:p>
                  </a:txBody>
                  <a:tcPr marL="12700" marR="12700" marT="12700" anchor="ctr">
                    <a:solidFill>
                      <a:srgbClr val="E9EDF4"/>
                    </a:solidFill>
                  </a:tcPr>
                </a:tc>
                <a:tc>
                  <a:txBody>
                    <a:bodyPr/>
                    <a:lstStyle/>
                    <a:p>
                      <a:pPr indent="0" algn="ctr">
                        <a:buNone/>
                      </a:pPr>
                      <a:r>
                        <a:rPr lang="en-US" sz="1000" b="0">
                          <a:solidFill>
                            <a:srgbClr val="000000"/>
                          </a:solidFill>
                          <a:latin typeface="Arial" panose="020B0604020202020204" pitchFamily="34" charset="0"/>
                        </a:rPr>
                        <a:t>{{y2.m}}</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{{y2.rev}}</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{{y2.gr}}</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{{y2.cost}}</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{{y2.pt}}</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{{y2.pr}}</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extLst>
                  <a:ext uri="{0D108BD9-81ED-4DB2-BD59-A6C34878D82A}">
                    <a16:rowId xmlns:a16="http://schemas.microsoft.com/office/drawing/2014/main" val="10002"/>
                  </a:ext>
                </a:extLst>
              </a:tr>
              <a:tr h="210820">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3期</a:t>
                      </a:r>
                      <a:endParaRPr lang="en-US" altLang="en-US" sz="1000" b="0">
                        <a:solidFill>
                          <a:srgbClr val="000000"/>
                        </a:solidFill>
                        <a:latin typeface="メイリオ" panose="020B0604030504040204" pitchFamily="50" charset="-128"/>
                      </a:endParaRPr>
                    </a:p>
                  </a:txBody>
                  <a:tcPr marL="12700" marR="12700" marT="12700" anchor="ctr">
                    <a:solidFill>
                      <a:srgbClr val="E9EDF4"/>
                    </a:solidFill>
                  </a:tcPr>
                </a:tc>
                <a:tc>
                  <a:txBody>
                    <a:bodyPr/>
                    <a:lstStyle/>
                    <a:p>
                      <a:pPr indent="0" algn="ctr">
                        <a:buNone/>
                      </a:pPr>
                      <a:r>
                        <a:rPr lang="en-US" sz="1000" b="0">
                          <a:solidFill>
                            <a:srgbClr val="000000"/>
                          </a:solidFill>
                          <a:latin typeface="Arial" panose="020B0604020202020204" pitchFamily="34" charset="0"/>
                        </a:rPr>
                        <a:t>{{y3.m}}</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{{y3.rev}}</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{{y3.gr}}</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{{y3.cost}}</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{{y3.pt}}</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{{y3.pr}}</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extLst>
                  <a:ext uri="{0D108BD9-81ED-4DB2-BD59-A6C34878D82A}">
                    <a16:rowId xmlns:a16="http://schemas.microsoft.com/office/drawing/2014/main" val="10003"/>
                  </a:ext>
                </a:extLst>
              </a:tr>
              <a:tr h="210820">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4期</a:t>
                      </a:r>
                      <a:endParaRPr lang="en-US" altLang="en-US" sz="1000" b="0">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0">
                          <a:solidFill>
                            <a:srgbClr val="000000"/>
                          </a:solidFill>
                          <a:latin typeface="Arial" panose="020B0604020202020204" pitchFamily="34" charset="0"/>
                        </a:rPr>
                        <a:t>{{y4.m}}</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{{y4.rev}}</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{{y4.gr}}</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{{y4.cost}}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{{y4.pt}}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{{y4.pr}}</a:t>
                      </a:r>
                      <a:endParaRPr lang="en-US" altLang="en-US" sz="1000" b="0">
                        <a:solidFill>
                          <a:srgbClr val="000000"/>
                        </a:solidFill>
                        <a:latin typeface="Arial" panose="020B0604020202020204" pitchFamily="34" charset="0"/>
                      </a:endParaRPr>
                    </a:p>
                  </a:txBody>
                  <a:tcPr marL="12700" marR="12700" marT="12700" anchor="ctr"/>
                </a:tc>
                <a:extLst>
                  <a:ext uri="{0D108BD9-81ED-4DB2-BD59-A6C34878D82A}">
                    <a16:rowId xmlns:a16="http://schemas.microsoft.com/office/drawing/2014/main" val="10004"/>
                  </a:ext>
                </a:extLst>
              </a:tr>
              <a:tr h="187942">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5期</a:t>
                      </a:r>
                      <a:endParaRPr lang="en-US" altLang="en-US" sz="1000" b="0">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0">
                          <a:solidFill>
                            <a:srgbClr val="000000"/>
                          </a:solidFill>
                          <a:latin typeface="Arial" panose="020B0604020202020204" pitchFamily="34" charset="0"/>
                        </a:rPr>
                        <a:t>{{y5.m}}</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{{y5.rev}}</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{{y5.gr}}</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{{y5.cost}}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{{y5.pt}}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{{y5.pr}}</a:t>
                      </a:r>
                      <a:endParaRPr lang="en-US" altLang="en-US" sz="1000" b="0">
                        <a:solidFill>
                          <a:srgbClr val="000000"/>
                        </a:solidFill>
                        <a:latin typeface="Arial" panose="020B0604020202020204" pitchFamily="34" charset="0"/>
                      </a:endParaRPr>
                    </a:p>
                  </a:txBody>
                  <a:tcPr marL="12700" marR="12700" marT="12700" anchor="ctr"/>
                </a:tc>
                <a:extLst>
                  <a:ext uri="{0D108BD9-81ED-4DB2-BD59-A6C34878D82A}">
                    <a16:rowId xmlns:a16="http://schemas.microsoft.com/office/drawing/2014/main" val="10005"/>
                  </a:ext>
                </a:extLst>
              </a:tr>
              <a:tr h="187960">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6期</a:t>
                      </a:r>
                      <a:endParaRPr lang="en-US" altLang="en-US" sz="1000" b="0">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0">
                          <a:solidFill>
                            <a:srgbClr val="000000"/>
                          </a:solidFill>
                          <a:latin typeface="Arial" panose="020B0604020202020204" pitchFamily="34" charset="0"/>
                        </a:rPr>
                        <a:t>{{y6.m}}</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{{y6.rev}}</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{{y6.gr}}</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{{y6.cost}}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{{y6.pt}}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{{y6.pr}}</a:t>
                      </a:r>
                      <a:endParaRPr lang="en-US" altLang="en-US" sz="1000" b="0">
                        <a:solidFill>
                          <a:srgbClr val="000000"/>
                        </a:solidFill>
                        <a:latin typeface="Arial" panose="020B0604020202020204" pitchFamily="34" charset="0"/>
                      </a:endParaRPr>
                    </a:p>
                  </a:txBody>
                  <a:tcPr marL="12700" marR="12700" marT="12700" anchor="ctr"/>
                </a:tc>
                <a:extLst>
                  <a:ext uri="{0D108BD9-81ED-4DB2-BD59-A6C34878D82A}">
                    <a16:rowId xmlns:a16="http://schemas.microsoft.com/office/drawing/2014/main" val="10006"/>
                  </a:ext>
                </a:extLst>
              </a:tr>
              <a:tr h="187942">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7期</a:t>
                      </a:r>
                      <a:endParaRPr lang="en-US" altLang="en-US" sz="1000" b="0">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0">
                          <a:solidFill>
                            <a:srgbClr val="000000"/>
                          </a:solidFill>
                          <a:latin typeface="Arial" panose="020B0604020202020204" pitchFamily="34" charset="0"/>
                        </a:rPr>
                        <a:t>{{y7.m}}</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{{y7.rev}}</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{{y7.gr}}</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{{y7.cost}}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{{y7.pt}}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{{y7.pr}}</a:t>
                      </a:r>
                      <a:endParaRPr lang="en-US" altLang="en-US" sz="1000" b="0">
                        <a:solidFill>
                          <a:srgbClr val="000000"/>
                        </a:solidFill>
                        <a:latin typeface="Arial" panose="020B0604020202020204" pitchFamily="34" charset="0"/>
                      </a:endParaRPr>
                    </a:p>
                  </a:txBody>
                  <a:tcPr marL="12700" marR="12700" marT="12700" anchor="ctr"/>
                </a:tc>
                <a:extLst>
                  <a:ext uri="{0D108BD9-81ED-4DB2-BD59-A6C34878D82A}">
                    <a16:rowId xmlns:a16="http://schemas.microsoft.com/office/drawing/2014/main" val="10007"/>
                  </a:ext>
                </a:extLst>
              </a:tr>
              <a:tr h="187942">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8期</a:t>
                      </a:r>
                      <a:endParaRPr lang="en-US" altLang="en-US" sz="1000" b="0">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0">
                          <a:solidFill>
                            <a:srgbClr val="000000"/>
                          </a:solidFill>
                          <a:latin typeface="Arial" panose="020B0604020202020204" pitchFamily="34" charset="0"/>
                        </a:rPr>
                        <a:t>{{y8.m}}</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{{y8.rev}}</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{{y8.gr}}</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{{y8.cost}}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{{y8.pt}}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{{y8.pr}}</a:t>
                      </a:r>
                      <a:endParaRPr lang="en-US" altLang="en-US" sz="1000" b="0">
                        <a:solidFill>
                          <a:srgbClr val="000000"/>
                        </a:solidFill>
                        <a:latin typeface="Arial" panose="020B0604020202020204" pitchFamily="34" charset="0"/>
                      </a:endParaRPr>
                    </a:p>
                  </a:txBody>
                  <a:tcPr marL="12700" marR="12700" marT="12700" anchor="ctr"/>
                </a:tc>
                <a:extLst>
                  <a:ext uri="{0D108BD9-81ED-4DB2-BD59-A6C34878D82A}">
                    <a16:rowId xmlns:a16="http://schemas.microsoft.com/office/drawing/2014/main" val="10008"/>
                  </a:ext>
                </a:extLst>
              </a:tr>
              <a:tr h="187942">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9期</a:t>
                      </a:r>
                      <a:endParaRPr lang="en-US" altLang="en-US" sz="1000" b="0">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0">
                          <a:solidFill>
                            <a:srgbClr val="000000"/>
                          </a:solidFill>
                          <a:latin typeface="Arial" panose="020B0604020202020204" pitchFamily="34" charset="0"/>
                        </a:rPr>
                        <a:t>{{y9.m}}</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{{y9.rev}}</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{{y9.gr}}</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{{y9.cost}}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{{y9.pt}}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{{y9.pr}}</a:t>
                      </a:r>
                      <a:endParaRPr lang="en-US" altLang="en-US" sz="1000" b="0">
                        <a:solidFill>
                          <a:srgbClr val="000000"/>
                        </a:solidFill>
                        <a:latin typeface="Arial" panose="020B0604020202020204" pitchFamily="34" charset="0"/>
                      </a:endParaRPr>
                    </a:p>
                  </a:txBody>
                  <a:tcPr marL="12700" marR="12700" marT="12700" anchor="ctr"/>
                </a:tc>
                <a:extLst>
                  <a:ext uri="{0D108BD9-81ED-4DB2-BD59-A6C34878D82A}">
                    <a16:rowId xmlns:a16="http://schemas.microsoft.com/office/drawing/2014/main" val="10009"/>
                  </a:ext>
                </a:extLst>
              </a:tr>
              <a:tr h="211171">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10期</a:t>
                      </a:r>
                      <a:endParaRPr lang="en-US" altLang="en-US" sz="1000" b="0">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0">
                          <a:solidFill>
                            <a:srgbClr val="000000"/>
                          </a:solidFill>
                          <a:latin typeface="Arial" panose="020B0604020202020204" pitchFamily="34" charset="0"/>
                        </a:rPr>
                        <a:t>{{y10.m}}</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{{y10.rev}}</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{{y10.gr}}</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{{y10.cost}}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{{y10.pt}}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{{y10.pr}}</a:t>
                      </a:r>
                      <a:endParaRPr lang="en-US" altLang="en-US" sz="1000" b="0">
                        <a:solidFill>
                          <a:srgbClr val="000000"/>
                        </a:solidFill>
                        <a:latin typeface="Arial" panose="020B0604020202020204" pitchFamily="34" charset="0"/>
                      </a:endParaRPr>
                    </a:p>
                  </a:txBody>
                  <a:tcPr marL="12700" marR="12700" marT="12700" anchor="ctr"/>
                </a:tc>
                <a:extLst>
                  <a:ext uri="{0D108BD9-81ED-4DB2-BD59-A6C34878D82A}">
                    <a16:rowId xmlns:a16="http://schemas.microsoft.com/office/drawing/2014/main" val="10010"/>
                  </a:ext>
                </a:extLst>
              </a:tr>
              <a:tr h="285115">
                <a:tc>
                  <a:txBody>
                    <a:bodyPr/>
                    <a:lstStyle/>
                    <a:p>
                      <a:pPr indent="0" algn="r">
                        <a:buNone/>
                      </a:pPr>
                      <a:r>
                        <a:rPr lang="zh-CN" sz="1200" b="1">
                          <a:solidFill>
                            <a:srgbClr val="FFFFFF"/>
                          </a:solidFill>
                          <a:latin typeface="Arial" panose="020B0604020202020204" pitchFamily="34" charset="0"/>
                          <a:ea typeface="メイリオ" panose="020B0604030504040204" pitchFamily="50" charset="-128"/>
                        </a:rPr>
                        <a:t>合計</a:t>
                      </a:r>
                      <a:endParaRPr lang="en-US" altLang="en-US" sz="1200" b="1">
                        <a:solidFill>
                          <a:srgbClr val="FFFFFF"/>
                        </a:solidFill>
                        <a:latin typeface="メイリオ" panose="020B0604030504040204" pitchFamily="50" charset="-128"/>
                      </a:endParaRPr>
                    </a:p>
                  </a:txBody>
                  <a:tcPr marL="12700" marR="12700" marT="12700" anchor="ctr">
                    <a:solidFill>
                      <a:srgbClr val="8064A2"/>
                    </a:solidFill>
                  </a:tcPr>
                </a:tc>
                <a:tc>
                  <a:txBody>
                    <a:bodyPr/>
                    <a:lstStyle/>
                    <a:p>
                      <a:pPr indent="0">
                        <a:buNone/>
                      </a:pPr>
                      <a:endParaRPr lang="en-US" altLang="en-US" sz="1200" b="1">
                        <a:solidFill>
                          <a:srgbClr val="FFFFFF"/>
                        </a:solidFill>
                        <a:latin typeface="メイリオ" panose="020B0604030504040204" pitchFamily="50" charset="-128"/>
                      </a:endParaRPr>
                    </a:p>
                  </a:txBody>
                  <a:tcPr marL="12700" marR="12700" marT="12700" anchor="ctr">
                    <a:solidFill>
                      <a:srgbClr val="8064A2"/>
                    </a:solidFill>
                  </a:tcPr>
                </a:tc>
                <a:tc>
                  <a:txBody>
                    <a:bodyPr/>
                    <a:lstStyle/>
                    <a:p>
                      <a:pPr indent="0" algn="r">
                        <a:buNone/>
                      </a:pPr>
                      <a:r>
                        <a:rPr lang="en-US" sz="1200" b="1">
                          <a:solidFill>
                            <a:srgbClr val="FFFFFF"/>
                          </a:solidFill>
                          <a:latin typeface="メイリオ" panose="020B0604030504040204" pitchFamily="50" charset="-128"/>
                        </a:rPr>
                        <a:t>{{tot.rev}}</a:t>
                      </a:r>
                      <a:endParaRPr lang="en-US" altLang="en-US" sz="1200" b="1">
                        <a:solidFill>
                          <a:srgbClr val="FFFFFF"/>
                        </a:solidFill>
                        <a:latin typeface="メイリオ" panose="020B0604030504040204" pitchFamily="50" charset="-128"/>
                      </a:endParaRPr>
                    </a:p>
                  </a:txBody>
                  <a:tcPr marL="12700" marR="12700" marT="12700" anchor="ctr">
                    <a:solidFill>
                      <a:srgbClr val="8064A2"/>
                    </a:solidFill>
                  </a:tcPr>
                </a:tc>
                <a:tc>
                  <a:txBody>
                    <a:bodyPr/>
                    <a:lstStyle/>
                    <a:p>
                      <a:pPr indent="0" algn="r">
                        <a:buNone/>
                      </a:pPr>
                      <a:endParaRPr lang="en-US" altLang="en-US" sz="1200" b="1">
                        <a:solidFill>
                          <a:srgbClr val="FFFFFF"/>
                        </a:solidFill>
                        <a:latin typeface="メイリオ" panose="020B0604030504040204" pitchFamily="50" charset="-128"/>
                      </a:endParaRPr>
                    </a:p>
                  </a:txBody>
                  <a:tcPr marL="12700" marR="12700" marT="12700" anchor="ctr">
                    <a:solidFill>
                      <a:srgbClr val="8064A2"/>
                    </a:solidFill>
                  </a:tcPr>
                </a:tc>
                <a:tc>
                  <a:txBody>
                    <a:bodyPr/>
                    <a:lstStyle/>
                    <a:p>
                      <a:pPr indent="0" algn="r">
                        <a:buNone/>
                      </a:pPr>
                      <a:r>
                        <a:rPr lang="en-US" sz="1200" b="1">
                          <a:solidFill>
                            <a:srgbClr val="FFFFFF"/>
                          </a:solidFill>
                          <a:latin typeface="メイリオ" panose="020B0604030504040204" pitchFamily="50" charset="-128"/>
                        </a:rPr>
                        <a:t>{{tot.cost}}</a:t>
                      </a:r>
                      <a:endParaRPr lang="en-US" altLang="en-US" sz="1200" b="1">
                        <a:solidFill>
                          <a:srgbClr val="FFFFFF"/>
                        </a:solidFill>
                        <a:latin typeface="メイリオ" panose="020B0604030504040204" pitchFamily="50" charset="-128"/>
                      </a:endParaRPr>
                    </a:p>
                  </a:txBody>
                  <a:tcPr marL="12700" marR="12700" marT="12700" anchor="ctr">
                    <a:solidFill>
                      <a:srgbClr val="8064A2"/>
                    </a:solidFill>
                  </a:tcPr>
                </a:tc>
                <a:tc>
                  <a:txBody>
                    <a:bodyPr/>
                    <a:lstStyle/>
                    <a:p>
                      <a:pPr indent="0" algn="r">
                        <a:buNone/>
                      </a:pPr>
                      <a:r>
                        <a:rPr lang="en-US" sz="1200" b="1">
                          <a:solidFill>
                            <a:srgbClr val="FFFFFF"/>
                          </a:solidFill>
                          <a:latin typeface="メイリオ" panose="020B0604030504040204" pitchFamily="50" charset="-128"/>
                        </a:rPr>
                        <a:t>{{tot.pt}}</a:t>
                      </a:r>
                      <a:endParaRPr lang="en-US" altLang="en-US" sz="1200" b="1">
                        <a:solidFill>
                          <a:srgbClr val="FFFFFF"/>
                        </a:solidFill>
                        <a:latin typeface="メイリオ" panose="020B0604030504040204" pitchFamily="50" charset="-128"/>
                      </a:endParaRPr>
                    </a:p>
                  </a:txBody>
                  <a:tcPr marL="12700" marR="12700" marT="12700" anchor="ctr">
                    <a:solidFill>
                      <a:srgbClr val="8064A2"/>
                    </a:solidFill>
                  </a:tcPr>
                </a:tc>
                <a:tc>
                  <a:txBody>
                    <a:bodyPr/>
                    <a:lstStyle/>
                    <a:p>
                      <a:pPr indent="0" algn="r">
                        <a:buNone/>
                      </a:pPr>
                      <a:endParaRPr lang="en-US" altLang="en-US" sz="1200" b="1">
                        <a:solidFill>
                          <a:srgbClr val="FFFFFF"/>
                        </a:solidFill>
                        <a:latin typeface="メイリオ" panose="020B0604030504040204" pitchFamily="50" charset="-128"/>
                      </a:endParaRPr>
                    </a:p>
                  </a:txBody>
                  <a:tcPr marL="12700" marR="12700" marT="12700" anchor="ctr">
                    <a:solidFill>
                      <a:srgbClr val="8064A2"/>
                    </a:solidFill>
                  </a:tcPr>
                </a:tc>
                <a:extLst>
                  <a:ext uri="{0D108BD9-81ED-4DB2-BD59-A6C34878D82A}">
                    <a16:rowId xmlns:a16="http://schemas.microsoft.com/office/drawing/2014/main" val="10011"/>
                  </a:ext>
                </a:extLst>
              </a:tr>
            </a:tbl>
          </a:graphicData>
        </a:graphic>
      </p:graphicFrame>
      <p:sp>
        <p:nvSpPr>
          <p:cNvPr id="4" name="Text Box 575"/>
          <p:cNvSpPr txBox="1">
            <a:spLocks noChangeArrowheads="1"/>
          </p:cNvSpPr>
          <p:nvPr/>
        </p:nvSpPr>
        <p:spPr bwMode="auto">
          <a:xfrm>
            <a:off x="1007110" y="6526530"/>
            <a:ext cx="9998075" cy="245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ja-JP" sz="10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sym typeface="+mn-ea"/>
              </a:rPr>
              <a:t>※</a:t>
            </a:r>
            <a:r>
              <a:rPr lang="ja-JP" altLang="en-US" sz="10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sym typeface="+mn-ea"/>
              </a:rPr>
              <a:t>広告費・ロイヤリティー・会員利用料・決済手数料・各オプション売上シェアを含んだ収支となります。減価償却費は加味されておりません。</a:t>
            </a:r>
          </a:p>
        </p:txBody>
      </p:sp>
      <p:graphicFrame>
        <p:nvGraphicFramePr>
          <p:cNvPr id="6" name="Object 3"/>
          <p:cNvGraphicFramePr>
            <a:graphicFrameLocks noChangeAspect="1"/>
          </p:cNvGraphicFramePr>
          <p:nvPr/>
        </p:nvGraphicFramePr>
        <p:xfrm>
          <a:off x="5280660" y="920115"/>
          <a:ext cx="6354445" cy="2790825"/>
        </p:xfrm>
        <a:graphic>
          <a:graphicData uri="http://schemas.openxmlformats.org/drawingml/2006/chart">
            <c:chart xmlns:c="http://schemas.openxmlformats.org/drawingml/2006/chart" xmlns:r="http://schemas.openxmlformats.org/officeDocument/2006/relationships" r:id="rId3"/>
          </a:graphicData>
        </a:graphic>
      </p:graphicFrame>
      <p:sp>
        <p:nvSpPr>
          <p:cNvPr id="25" name="Text Box 575"/>
          <p:cNvSpPr txBox="1">
            <a:spLocks noChangeArrowheads="1"/>
          </p:cNvSpPr>
          <p:nvPr/>
        </p:nvSpPr>
        <p:spPr bwMode="auto">
          <a:xfrm>
            <a:off x="5280753" y="627655"/>
            <a:ext cx="14303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ja-JP" altLang="en-US" sz="1400" dirty="0">
                <a:ea typeface="HGP創英角ｺﾞｼｯｸUB" panose="020B0900000000000000" pitchFamily="50" charset="-128"/>
              </a:rPr>
              <a:t>＜グラフ＞</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Text Box 2"/>
          <p:cNvSpPr txBox="1">
            <a:spLocks noChangeArrowheads="1"/>
          </p:cNvSpPr>
          <p:nvPr/>
        </p:nvSpPr>
        <p:spPr bwMode="auto">
          <a:xfrm>
            <a:off x="584645" y="130632"/>
            <a:ext cx="69119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ja-JP" altLang="en-US" sz="1800" dirty="0">
                <a:ea typeface="HGP創英角ｺﾞｼｯｸUB" panose="020B0900000000000000" pitchFamily="50" charset="-128"/>
              </a:rPr>
              <a:t>財務シミュレーション　</a:t>
            </a:r>
            <a:r>
              <a:rPr lang="en-US" altLang="ja-JP" sz="1800" dirty="0">
                <a:ea typeface="HGP創英角ｺﾞｼｯｸUB" panose="020B0900000000000000" pitchFamily="50" charset="-128"/>
              </a:rPr>
              <a:t>【</a:t>
            </a:r>
            <a:r>
              <a:rPr lang="ja-JP" altLang="en-US" sz="1800" dirty="0">
                <a:ea typeface="HGP創英角ｺﾞｼｯｸUB" panose="020B0900000000000000" pitchFamily="50" charset="-128"/>
              </a:rPr>
              <a:t>スタンダード</a:t>
            </a:r>
            <a:r>
              <a:rPr lang="en-US" altLang="ja-JP" sz="1800" dirty="0">
                <a:ea typeface="HGP創英角ｺﾞｼｯｸUB" panose="020B0900000000000000" pitchFamily="50" charset="-128"/>
              </a:rPr>
              <a:t>】</a:t>
            </a:r>
            <a:endParaRPr lang="ja-JP" altLang="en-US" sz="1800" dirty="0">
              <a:ea typeface="HGP創英角ｺﾞｼｯｸUB" panose="020B0900000000000000" pitchFamily="50" charset="-128"/>
            </a:endParaRPr>
          </a:p>
        </p:txBody>
      </p:sp>
      <p:sp>
        <p:nvSpPr>
          <p:cNvPr id="331780" name="Line 4"/>
          <p:cNvSpPr>
            <a:spLocks noChangeShapeType="1"/>
          </p:cNvSpPr>
          <p:nvPr/>
        </p:nvSpPr>
        <p:spPr bwMode="auto">
          <a:xfrm>
            <a:off x="625147" y="471689"/>
            <a:ext cx="91440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aphicFrame>
        <p:nvGraphicFramePr>
          <p:cNvPr id="3" name="表 2"/>
          <p:cNvGraphicFramePr>
            <a:graphicFrameLocks noGrp="1"/>
          </p:cNvGraphicFramePr>
          <p:nvPr/>
        </p:nvGraphicFramePr>
        <p:xfrm>
          <a:off x="1008000" y="3852000"/>
          <a:ext cx="9936788" cy="2677477"/>
        </p:xfrm>
        <a:graphic>
          <a:graphicData uri="http://schemas.openxmlformats.org/drawingml/2006/table">
            <a:tbl>
              <a:tblPr>
                <a:tableStyleId>{5C22544A-7EE6-4342-B048-85BDC9FD1C3A}</a:tableStyleId>
              </a:tblPr>
              <a:tblGrid>
                <a:gridCol w="2052320">
                  <a:extLst>
                    <a:ext uri="{9D8B030D-6E8A-4147-A177-3AD203B41FA5}">
                      <a16:colId xmlns:a16="http://schemas.microsoft.com/office/drawing/2014/main" val="20000"/>
                    </a:ext>
                  </a:extLst>
                </a:gridCol>
                <a:gridCol w="1319671">
                  <a:extLst>
                    <a:ext uri="{9D8B030D-6E8A-4147-A177-3AD203B41FA5}">
                      <a16:colId xmlns:a16="http://schemas.microsoft.com/office/drawing/2014/main" val="20001"/>
                    </a:ext>
                  </a:extLst>
                </a:gridCol>
                <a:gridCol w="1384634">
                  <a:extLst>
                    <a:ext uri="{9D8B030D-6E8A-4147-A177-3AD203B41FA5}">
                      <a16:colId xmlns:a16="http://schemas.microsoft.com/office/drawing/2014/main" val="20002"/>
                    </a:ext>
                  </a:extLst>
                </a:gridCol>
                <a:gridCol w="1270606">
                  <a:extLst>
                    <a:ext uri="{9D8B030D-6E8A-4147-A177-3AD203B41FA5}">
                      <a16:colId xmlns:a16="http://schemas.microsoft.com/office/drawing/2014/main" val="20003"/>
                    </a:ext>
                  </a:extLst>
                </a:gridCol>
                <a:gridCol w="1270606">
                  <a:extLst>
                    <a:ext uri="{9D8B030D-6E8A-4147-A177-3AD203B41FA5}">
                      <a16:colId xmlns:a16="http://schemas.microsoft.com/office/drawing/2014/main" val="20004"/>
                    </a:ext>
                  </a:extLst>
                </a:gridCol>
                <a:gridCol w="1368345">
                  <a:extLst>
                    <a:ext uri="{9D8B030D-6E8A-4147-A177-3AD203B41FA5}">
                      <a16:colId xmlns:a16="http://schemas.microsoft.com/office/drawing/2014/main" val="20005"/>
                    </a:ext>
                  </a:extLst>
                </a:gridCol>
                <a:gridCol w="1270606">
                  <a:extLst>
                    <a:ext uri="{9D8B030D-6E8A-4147-A177-3AD203B41FA5}">
                      <a16:colId xmlns:a16="http://schemas.microsoft.com/office/drawing/2014/main" val="20006"/>
                    </a:ext>
                  </a:extLst>
                </a:gridCol>
              </a:tblGrid>
              <a:tr h="283845">
                <a:tc>
                  <a:txBody>
                    <a:bodyPr/>
                    <a:lstStyle/>
                    <a:p>
                      <a:pPr indent="0" algn="ctr">
                        <a:buNone/>
                      </a:pPr>
                      <a:endParaRPr lang="en-US" altLang="en-US" sz="1000" b="0">
                        <a:solidFill>
                          <a:srgbClr val="FFFFFF"/>
                        </a:solidFill>
                        <a:latin typeface="Arial" panose="020B0604020202020204" pitchFamily="34" charset="0"/>
                      </a:endParaRPr>
                    </a:p>
                  </a:txBody>
                  <a:tcPr marL="12700" marR="12700" marT="12700" anchor="ctr">
                    <a:solidFill>
                      <a:schemeClr val="tx1"/>
                    </a:solidFill>
                  </a:tcPr>
                </a:tc>
                <a:tc>
                  <a:txBody>
                    <a:bodyPr/>
                    <a:lstStyle/>
                    <a:p>
                      <a:pPr indent="0" algn="ctr">
                        <a:buNone/>
                      </a:pPr>
                      <a:r>
                        <a:rPr lang="zh-CN" sz="1000" b="1">
                          <a:solidFill>
                            <a:srgbClr val="FFFFFF"/>
                          </a:solidFill>
                          <a:cs typeface="Arial" panose="020B0604020202020204" pitchFamily="34" charset="0"/>
                        </a:rPr>
                        <a:t>年度末会員数</a:t>
                      </a:r>
                      <a:endParaRPr lang="en-US" altLang="en-US" sz="1000" b="1">
                        <a:solidFill>
                          <a:srgbClr val="FFFFFF"/>
                        </a:solidFill>
                        <a:latin typeface="Arial" panose="020B0604020202020204" pitchFamily="34" charset="0"/>
                      </a:endParaRPr>
                    </a:p>
                  </a:txBody>
                  <a:tcPr marL="12700" marR="12700" marT="12700" anchor="ctr">
                    <a:solidFill>
                      <a:schemeClr val="tx1"/>
                    </a:solidFill>
                  </a:tcPr>
                </a:tc>
                <a:tc>
                  <a:txBody>
                    <a:bodyPr/>
                    <a:lstStyle/>
                    <a:p>
                      <a:pPr indent="0" algn="ctr">
                        <a:buNone/>
                      </a:pPr>
                      <a:r>
                        <a:rPr lang="zh-CN" sz="1000" b="1">
                          <a:solidFill>
                            <a:srgbClr val="FFFFFF"/>
                          </a:solidFill>
                          <a:cs typeface="Arial" panose="020B0604020202020204" pitchFamily="34" charset="0"/>
                        </a:rPr>
                        <a:t>売上</a:t>
                      </a:r>
                      <a:endParaRPr lang="en-US" altLang="en-US" sz="1000" b="1">
                        <a:solidFill>
                          <a:srgbClr val="FFFFFF"/>
                        </a:solidFill>
                        <a:latin typeface="Arial" panose="020B0604020202020204" pitchFamily="34" charset="0"/>
                      </a:endParaRPr>
                    </a:p>
                  </a:txBody>
                  <a:tcPr marL="12700" marR="12700" marT="12700" anchor="ctr">
                    <a:solidFill>
                      <a:schemeClr val="tx1"/>
                    </a:solidFill>
                  </a:tcPr>
                </a:tc>
                <a:tc>
                  <a:txBody>
                    <a:bodyPr/>
                    <a:lstStyle/>
                    <a:p>
                      <a:pPr indent="0" algn="ctr">
                        <a:buNone/>
                      </a:pPr>
                      <a:r>
                        <a:rPr lang="zh-CN" sz="1000" b="1">
                          <a:solidFill>
                            <a:srgbClr val="FFFFFF"/>
                          </a:solidFill>
                          <a:cs typeface="Arial" panose="020B0604020202020204" pitchFamily="34" charset="0"/>
                        </a:rPr>
                        <a:t>売上増加率</a:t>
                      </a:r>
                      <a:endParaRPr lang="en-US" altLang="en-US" sz="1000" b="1">
                        <a:solidFill>
                          <a:srgbClr val="FFFFFF"/>
                        </a:solidFill>
                        <a:latin typeface="Arial" panose="020B0604020202020204" pitchFamily="34" charset="0"/>
                      </a:endParaRPr>
                    </a:p>
                  </a:txBody>
                  <a:tcPr marL="12700" marR="12700" marT="12700" anchor="ctr">
                    <a:solidFill>
                      <a:schemeClr val="tx1"/>
                    </a:solidFill>
                  </a:tcPr>
                </a:tc>
                <a:tc>
                  <a:txBody>
                    <a:bodyPr/>
                    <a:lstStyle/>
                    <a:p>
                      <a:pPr indent="0" algn="ctr">
                        <a:buNone/>
                      </a:pPr>
                      <a:r>
                        <a:rPr lang="zh-CN" sz="1000" b="1">
                          <a:solidFill>
                            <a:srgbClr val="FFFFFF"/>
                          </a:solidFill>
                          <a:cs typeface="Arial" panose="020B0604020202020204" pitchFamily="34" charset="0"/>
                        </a:rPr>
                        <a:t>経費</a:t>
                      </a:r>
                      <a:endParaRPr lang="en-US" altLang="en-US" sz="1000" b="1">
                        <a:solidFill>
                          <a:srgbClr val="FFFFFF"/>
                        </a:solidFill>
                        <a:latin typeface="Arial" panose="020B0604020202020204" pitchFamily="34" charset="0"/>
                      </a:endParaRPr>
                    </a:p>
                  </a:txBody>
                  <a:tcPr marL="12700" marR="12700" marT="12700" anchor="ctr">
                    <a:solidFill>
                      <a:schemeClr val="tx1"/>
                    </a:solidFill>
                  </a:tcPr>
                </a:tc>
                <a:tc>
                  <a:txBody>
                    <a:bodyPr/>
                    <a:lstStyle/>
                    <a:p>
                      <a:pPr indent="0" algn="ctr">
                        <a:buNone/>
                      </a:pPr>
                      <a:r>
                        <a:rPr lang="zh-CN" sz="1000" b="1">
                          <a:solidFill>
                            <a:srgbClr val="FFFFFF"/>
                          </a:solidFill>
                          <a:cs typeface="Arial" panose="020B0604020202020204" pitchFamily="34" charset="0"/>
                        </a:rPr>
                        <a:t>税引前利益</a:t>
                      </a:r>
                      <a:endParaRPr lang="en-US" altLang="en-US" sz="1000" b="1">
                        <a:solidFill>
                          <a:srgbClr val="FFFFFF"/>
                        </a:solidFill>
                        <a:latin typeface="Arial" panose="020B0604020202020204" pitchFamily="34" charset="0"/>
                      </a:endParaRPr>
                    </a:p>
                  </a:txBody>
                  <a:tcPr marL="12700" marR="12700" marT="12700" anchor="ctr">
                    <a:solidFill>
                      <a:schemeClr val="tx1"/>
                    </a:solidFill>
                  </a:tcPr>
                </a:tc>
                <a:tc>
                  <a:txBody>
                    <a:bodyPr/>
                    <a:lstStyle/>
                    <a:p>
                      <a:pPr indent="0" algn="r">
                        <a:buNone/>
                      </a:pPr>
                      <a:r>
                        <a:rPr lang="zh-CN" sz="1000" b="1">
                          <a:solidFill>
                            <a:srgbClr val="FFFFFF"/>
                          </a:solidFill>
                          <a:cs typeface="Arial" panose="020B0604020202020204" pitchFamily="34" charset="0"/>
                        </a:rPr>
                        <a:t>投資回収率</a:t>
                      </a:r>
                      <a:endParaRPr lang="en-US" altLang="en-US" sz="1000" b="1">
                        <a:solidFill>
                          <a:srgbClr val="FFFFFF"/>
                        </a:solidFill>
                        <a:latin typeface="Arial" panose="020B0604020202020204" pitchFamily="34" charset="0"/>
                      </a:endParaRPr>
                    </a:p>
                  </a:txBody>
                  <a:tcPr marL="12700" marR="12700" marT="12700" anchor="ctr">
                    <a:solidFill>
                      <a:schemeClr val="tx1"/>
                    </a:solidFill>
                  </a:tcPr>
                </a:tc>
                <a:extLst>
                  <a:ext uri="{0D108BD9-81ED-4DB2-BD59-A6C34878D82A}">
                    <a16:rowId xmlns:a16="http://schemas.microsoft.com/office/drawing/2014/main" val="10000"/>
                  </a:ext>
                </a:extLst>
              </a:tr>
              <a:tr h="210820">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1期</a:t>
                      </a:r>
                      <a:endParaRPr lang="en-US" altLang="en-US" sz="1000" b="0">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0">
                          <a:solidFill>
                            <a:srgbClr val="000000"/>
                          </a:solidFill>
                          <a:latin typeface="Arial" panose="020B0604020202020204" pitchFamily="34" charset="0"/>
                        </a:rPr>
                        <a:t>{{y1.m}}</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{{y1.rev}}</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{{y1.gr}}</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{{y1.cost}}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{{y1.pt}}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{{y1.pr}}</a:t>
                      </a:r>
                      <a:endParaRPr lang="en-US" altLang="en-US" sz="1000" b="0">
                        <a:solidFill>
                          <a:srgbClr val="000000"/>
                        </a:solidFill>
                        <a:latin typeface="Arial" panose="020B0604020202020204" pitchFamily="34" charset="0"/>
                      </a:endParaRPr>
                    </a:p>
                  </a:txBody>
                  <a:tcPr marL="12700" marR="12700" marT="12700" anchor="ctr"/>
                </a:tc>
                <a:extLst>
                  <a:ext uri="{0D108BD9-81ED-4DB2-BD59-A6C34878D82A}">
                    <a16:rowId xmlns:a16="http://schemas.microsoft.com/office/drawing/2014/main" val="10001"/>
                  </a:ext>
                </a:extLst>
              </a:tr>
              <a:tr h="210820">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2期</a:t>
                      </a:r>
                      <a:endParaRPr lang="en-US" altLang="en-US" sz="1000" b="0">
                        <a:solidFill>
                          <a:srgbClr val="000000"/>
                        </a:solidFill>
                        <a:latin typeface="メイリオ" panose="020B0604030504040204" pitchFamily="50" charset="-128"/>
                      </a:endParaRPr>
                    </a:p>
                  </a:txBody>
                  <a:tcPr marL="12700" marR="12700" marT="12700" anchor="ctr">
                    <a:solidFill>
                      <a:srgbClr val="E9EDF4"/>
                    </a:solidFill>
                  </a:tcPr>
                </a:tc>
                <a:tc>
                  <a:txBody>
                    <a:bodyPr/>
                    <a:lstStyle/>
                    <a:p>
                      <a:pPr indent="0" algn="ctr">
                        <a:buNone/>
                      </a:pPr>
                      <a:r>
                        <a:rPr lang="en-US" sz="1000" b="0">
                          <a:solidFill>
                            <a:srgbClr val="000000"/>
                          </a:solidFill>
                          <a:latin typeface="Arial" panose="020B0604020202020204" pitchFamily="34" charset="0"/>
                        </a:rPr>
                        <a:t>{{y2.m}}</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{{y2.rev}}</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{{y2.gr}}</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{{y2.cost}}</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{{y2.pt}}</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{{y2.pr}}</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extLst>
                  <a:ext uri="{0D108BD9-81ED-4DB2-BD59-A6C34878D82A}">
                    <a16:rowId xmlns:a16="http://schemas.microsoft.com/office/drawing/2014/main" val="10002"/>
                  </a:ext>
                </a:extLst>
              </a:tr>
              <a:tr h="210820">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3期</a:t>
                      </a:r>
                      <a:endParaRPr lang="en-US" altLang="en-US" sz="1000" b="0">
                        <a:solidFill>
                          <a:srgbClr val="000000"/>
                        </a:solidFill>
                        <a:latin typeface="メイリオ" panose="020B0604030504040204" pitchFamily="50" charset="-128"/>
                      </a:endParaRPr>
                    </a:p>
                  </a:txBody>
                  <a:tcPr marL="12700" marR="12700" marT="12700" anchor="ctr">
                    <a:solidFill>
                      <a:srgbClr val="E9EDF4"/>
                    </a:solidFill>
                  </a:tcPr>
                </a:tc>
                <a:tc>
                  <a:txBody>
                    <a:bodyPr/>
                    <a:lstStyle/>
                    <a:p>
                      <a:pPr indent="0" algn="ctr">
                        <a:buNone/>
                      </a:pPr>
                      <a:r>
                        <a:rPr lang="en-US" sz="1000" b="0">
                          <a:solidFill>
                            <a:srgbClr val="000000"/>
                          </a:solidFill>
                          <a:latin typeface="Arial" panose="020B0604020202020204" pitchFamily="34" charset="0"/>
                        </a:rPr>
                        <a:t>{{y3.m}}</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{{y3.rev}}</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{{y3.gr}}</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{{y3.cost}}</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{{y3.pt}}</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{{y3.pr}}</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extLst>
                  <a:ext uri="{0D108BD9-81ED-4DB2-BD59-A6C34878D82A}">
                    <a16:rowId xmlns:a16="http://schemas.microsoft.com/office/drawing/2014/main" val="10003"/>
                  </a:ext>
                </a:extLst>
              </a:tr>
              <a:tr h="210820">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4期</a:t>
                      </a:r>
                      <a:endParaRPr lang="en-US" altLang="en-US" sz="1000" b="0">
                        <a:solidFill>
                          <a:srgbClr val="000000"/>
                        </a:solidFill>
                        <a:latin typeface="メイリオ" panose="020B0604030504040204" pitchFamily="50" charset="-128"/>
                      </a:endParaRPr>
                    </a:p>
                  </a:txBody>
                  <a:tcPr marL="12700" marR="12700" marT="12700" anchor="ctr">
                    <a:solidFill>
                      <a:srgbClr val="E9EDF4"/>
                    </a:solidFill>
                  </a:tcPr>
                </a:tc>
                <a:tc>
                  <a:txBody>
                    <a:bodyPr/>
                    <a:lstStyle/>
                    <a:p>
                      <a:pPr indent="0" algn="ctr">
                        <a:buNone/>
                      </a:pPr>
                      <a:r>
                        <a:rPr lang="en-US" sz="1000" b="0">
                          <a:solidFill>
                            <a:srgbClr val="000000"/>
                          </a:solidFill>
                          <a:latin typeface="Arial" panose="020B0604020202020204" pitchFamily="34" charset="0"/>
                        </a:rPr>
                        <a:t>{{y4.m}}</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{{y4.rev}}</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{{y4.gr}}</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{{y4.cost}}</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{{y4.pt}}</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{{y4.pr}}</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extLst>
                  <a:ext uri="{0D108BD9-81ED-4DB2-BD59-A6C34878D82A}">
                    <a16:rowId xmlns:a16="http://schemas.microsoft.com/office/drawing/2014/main" val="10004"/>
                  </a:ext>
                </a:extLst>
              </a:tr>
              <a:tr h="210820">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5期</a:t>
                      </a:r>
                      <a:endParaRPr lang="en-US" altLang="en-US" sz="1000" b="0">
                        <a:solidFill>
                          <a:srgbClr val="000000"/>
                        </a:solidFill>
                        <a:latin typeface="メイリオ" panose="020B0604030504040204" pitchFamily="50" charset="-128"/>
                      </a:endParaRPr>
                    </a:p>
                  </a:txBody>
                  <a:tcPr marL="12700" marR="12700" marT="12700" anchor="ctr">
                    <a:solidFill>
                      <a:srgbClr val="E9EDF4"/>
                    </a:solidFill>
                  </a:tcPr>
                </a:tc>
                <a:tc>
                  <a:txBody>
                    <a:bodyPr/>
                    <a:lstStyle/>
                    <a:p>
                      <a:pPr indent="0" algn="ctr">
                        <a:buNone/>
                      </a:pPr>
                      <a:r>
                        <a:rPr lang="en-US" sz="1000" b="0">
                          <a:solidFill>
                            <a:srgbClr val="000000"/>
                          </a:solidFill>
                          <a:latin typeface="Arial" panose="020B0604020202020204" pitchFamily="34" charset="0"/>
                        </a:rPr>
                        <a:t>{{y5.m}}</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{{y5.rev}}</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{{y5.gr}}</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{{y5.cost}}</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{{y5.pt}}</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{{y5.pr}}</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extLst>
                  <a:ext uri="{0D108BD9-81ED-4DB2-BD59-A6C34878D82A}">
                    <a16:rowId xmlns:a16="http://schemas.microsoft.com/office/drawing/2014/main" val="10005"/>
                  </a:ext>
                </a:extLst>
              </a:tr>
              <a:tr h="210820">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6期</a:t>
                      </a:r>
                      <a:endParaRPr lang="en-US" altLang="en-US" sz="1000" b="0">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0">
                          <a:solidFill>
                            <a:srgbClr val="000000"/>
                          </a:solidFill>
                          <a:latin typeface="Arial" panose="020B0604020202020204" pitchFamily="34" charset="0"/>
                        </a:rPr>
                        <a:t>{{y6.m}}</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{{y6.rev}}</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{{y6.gr}}</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{{y6.cost}}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{{y6.pt}}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{{y6.pr}}</a:t>
                      </a:r>
                      <a:endParaRPr lang="en-US" altLang="en-US" sz="1000" b="0">
                        <a:solidFill>
                          <a:srgbClr val="000000"/>
                        </a:solidFill>
                        <a:latin typeface="Arial" panose="020B0604020202020204" pitchFamily="34" charset="0"/>
                      </a:endParaRPr>
                    </a:p>
                  </a:txBody>
                  <a:tcPr marL="12700" marR="12700" marT="12700" anchor="ctr"/>
                </a:tc>
                <a:extLst>
                  <a:ext uri="{0D108BD9-81ED-4DB2-BD59-A6C34878D82A}">
                    <a16:rowId xmlns:a16="http://schemas.microsoft.com/office/drawing/2014/main" val="10006"/>
                  </a:ext>
                </a:extLst>
              </a:tr>
              <a:tr h="210820">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7期</a:t>
                      </a:r>
                      <a:endParaRPr lang="en-US" altLang="en-US" sz="1000" b="0">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0">
                          <a:solidFill>
                            <a:srgbClr val="000000"/>
                          </a:solidFill>
                          <a:latin typeface="Arial" panose="020B0604020202020204" pitchFamily="34" charset="0"/>
                        </a:rPr>
                        <a:t>{{y7.m}}</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{{y7.rev}}</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{{y7.gr}}</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{{y7.cost}}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{{y7.pt}}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{{y7.pr}}</a:t>
                      </a:r>
                      <a:endParaRPr lang="en-US" altLang="en-US" sz="1000" b="0">
                        <a:solidFill>
                          <a:srgbClr val="000000"/>
                        </a:solidFill>
                        <a:latin typeface="Arial" panose="020B0604020202020204" pitchFamily="34" charset="0"/>
                      </a:endParaRPr>
                    </a:p>
                  </a:txBody>
                  <a:tcPr marL="12700" marR="12700" marT="12700" anchor="ctr"/>
                </a:tc>
                <a:extLst>
                  <a:ext uri="{0D108BD9-81ED-4DB2-BD59-A6C34878D82A}">
                    <a16:rowId xmlns:a16="http://schemas.microsoft.com/office/drawing/2014/main" val="10007"/>
                  </a:ext>
                </a:extLst>
              </a:tr>
              <a:tr h="187942">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8期</a:t>
                      </a:r>
                      <a:endParaRPr lang="en-US" altLang="en-US" sz="1000" b="0">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0">
                          <a:solidFill>
                            <a:srgbClr val="000000"/>
                          </a:solidFill>
                          <a:latin typeface="Arial" panose="020B0604020202020204" pitchFamily="34" charset="0"/>
                        </a:rPr>
                        <a:t>{{y8.m}}</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{{y8.rev}}</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{{y8.gr}}</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{{y8.cost}}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{{y8.pt}}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{{y8.pr}}</a:t>
                      </a:r>
                      <a:endParaRPr lang="en-US" altLang="en-US" sz="1000" b="0">
                        <a:solidFill>
                          <a:srgbClr val="000000"/>
                        </a:solidFill>
                        <a:latin typeface="Arial" panose="020B0604020202020204" pitchFamily="34" charset="0"/>
                      </a:endParaRPr>
                    </a:p>
                  </a:txBody>
                  <a:tcPr marL="12700" marR="12700" marT="12700" anchor="ctr"/>
                </a:tc>
                <a:extLst>
                  <a:ext uri="{0D108BD9-81ED-4DB2-BD59-A6C34878D82A}">
                    <a16:rowId xmlns:a16="http://schemas.microsoft.com/office/drawing/2014/main" val="10008"/>
                  </a:ext>
                </a:extLst>
              </a:tr>
              <a:tr h="187942">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9期</a:t>
                      </a:r>
                      <a:endParaRPr lang="en-US" altLang="en-US" sz="1000" b="0">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0">
                          <a:solidFill>
                            <a:srgbClr val="000000"/>
                          </a:solidFill>
                          <a:latin typeface="Arial" panose="020B0604020202020204" pitchFamily="34" charset="0"/>
                        </a:rPr>
                        <a:t>{{y9.m}}</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{{y9.rev}}</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{{y9.gr}}</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{{y9.cost}}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{{y9.pt}}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{{y9.pr}}</a:t>
                      </a:r>
                      <a:endParaRPr lang="en-US" altLang="en-US" sz="1000" b="0">
                        <a:solidFill>
                          <a:srgbClr val="000000"/>
                        </a:solidFill>
                        <a:latin typeface="Arial" panose="020B0604020202020204" pitchFamily="34" charset="0"/>
                      </a:endParaRPr>
                    </a:p>
                  </a:txBody>
                  <a:tcPr marL="12700" marR="12700" marT="12700" anchor="ctr"/>
                </a:tc>
                <a:extLst>
                  <a:ext uri="{0D108BD9-81ED-4DB2-BD59-A6C34878D82A}">
                    <a16:rowId xmlns:a16="http://schemas.microsoft.com/office/drawing/2014/main" val="10009"/>
                  </a:ext>
                </a:extLst>
              </a:tr>
              <a:tr h="211171">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10期</a:t>
                      </a:r>
                      <a:endParaRPr lang="en-US" altLang="en-US" sz="1000" b="0">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0">
                          <a:solidFill>
                            <a:srgbClr val="000000"/>
                          </a:solidFill>
                          <a:latin typeface="Arial" panose="020B0604020202020204" pitchFamily="34" charset="0"/>
                        </a:rPr>
                        <a:t>{{y10.m}}</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{{y10.rev}}</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{{y10.gr}}</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{{y10.cost}}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{{y10.pt}}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{{y10.pr}}</a:t>
                      </a:r>
                      <a:endParaRPr lang="en-US" altLang="en-US" sz="1000" b="0">
                        <a:solidFill>
                          <a:srgbClr val="000000"/>
                        </a:solidFill>
                        <a:latin typeface="Arial" panose="020B0604020202020204" pitchFamily="34" charset="0"/>
                      </a:endParaRPr>
                    </a:p>
                  </a:txBody>
                  <a:tcPr marL="12700" marR="12700" marT="12700" anchor="ctr"/>
                </a:tc>
                <a:extLst>
                  <a:ext uri="{0D108BD9-81ED-4DB2-BD59-A6C34878D82A}">
                    <a16:rowId xmlns:a16="http://schemas.microsoft.com/office/drawing/2014/main" val="10010"/>
                  </a:ext>
                </a:extLst>
              </a:tr>
              <a:tr h="285081">
                <a:tc>
                  <a:txBody>
                    <a:bodyPr/>
                    <a:lstStyle/>
                    <a:p>
                      <a:pPr indent="0" algn="r">
                        <a:buNone/>
                      </a:pPr>
                      <a:r>
                        <a:rPr lang="zh-CN" sz="1200" b="1">
                          <a:solidFill>
                            <a:srgbClr val="FFFFFF"/>
                          </a:solidFill>
                          <a:latin typeface="Arial" panose="020B0604020202020204" pitchFamily="34" charset="0"/>
                          <a:ea typeface="メイリオ" panose="020B0604030504040204" pitchFamily="50" charset="-128"/>
                        </a:rPr>
                        <a:t>合計</a:t>
                      </a:r>
                      <a:endParaRPr lang="en-US" altLang="en-US" sz="1200" b="1">
                        <a:solidFill>
                          <a:srgbClr val="FFFFFF"/>
                        </a:solidFill>
                        <a:latin typeface="メイリオ" panose="020B0604030504040204" pitchFamily="50" charset="-128"/>
                      </a:endParaRPr>
                    </a:p>
                  </a:txBody>
                  <a:tcPr marL="12700" marR="12700" marT="12700" anchor="ctr">
                    <a:solidFill>
                      <a:srgbClr val="8064A2"/>
                    </a:solidFill>
                  </a:tcPr>
                </a:tc>
                <a:tc>
                  <a:txBody>
                    <a:bodyPr/>
                    <a:lstStyle/>
                    <a:p>
                      <a:pPr indent="0">
                        <a:buNone/>
                      </a:pPr>
                      <a:endParaRPr lang="en-US" altLang="en-US" sz="1200" b="1">
                        <a:solidFill>
                          <a:srgbClr val="FFFFFF"/>
                        </a:solidFill>
                        <a:latin typeface="メイリオ" panose="020B0604030504040204" pitchFamily="50" charset="-128"/>
                      </a:endParaRPr>
                    </a:p>
                  </a:txBody>
                  <a:tcPr marL="12700" marR="12700" marT="12700" anchor="ctr">
                    <a:solidFill>
                      <a:srgbClr val="8064A2"/>
                    </a:solidFill>
                  </a:tcPr>
                </a:tc>
                <a:tc>
                  <a:txBody>
                    <a:bodyPr/>
                    <a:lstStyle/>
                    <a:p>
                      <a:pPr indent="0" algn="r">
                        <a:buNone/>
                      </a:pPr>
                      <a:r>
                        <a:rPr lang="en-US" sz="1200" b="1">
                          <a:solidFill>
                            <a:srgbClr val="FFFFFF"/>
                          </a:solidFill>
                          <a:latin typeface="メイリオ" panose="020B0604030504040204" pitchFamily="50" charset="-128"/>
                        </a:rPr>
                        <a:t>{{tot.rev}}</a:t>
                      </a:r>
                      <a:endParaRPr lang="en-US" altLang="en-US" sz="1200" b="1">
                        <a:solidFill>
                          <a:srgbClr val="FFFFFF"/>
                        </a:solidFill>
                        <a:latin typeface="メイリオ" panose="020B0604030504040204" pitchFamily="50" charset="-128"/>
                      </a:endParaRPr>
                    </a:p>
                  </a:txBody>
                  <a:tcPr marL="12700" marR="12700" marT="12700" anchor="ctr">
                    <a:solidFill>
                      <a:srgbClr val="8064A2"/>
                    </a:solidFill>
                  </a:tcPr>
                </a:tc>
                <a:tc>
                  <a:txBody>
                    <a:bodyPr/>
                    <a:lstStyle/>
                    <a:p>
                      <a:pPr indent="0" algn="r">
                        <a:buNone/>
                      </a:pPr>
                      <a:endParaRPr lang="en-US" altLang="en-US" sz="1200" b="1">
                        <a:solidFill>
                          <a:srgbClr val="FFFFFF"/>
                        </a:solidFill>
                        <a:latin typeface="メイリオ" panose="020B0604030504040204" pitchFamily="50" charset="-128"/>
                      </a:endParaRPr>
                    </a:p>
                  </a:txBody>
                  <a:tcPr marL="12700" marR="12700" marT="12700" anchor="ctr">
                    <a:solidFill>
                      <a:srgbClr val="8064A2"/>
                    </a:solidFill>
                  </a:tcPr>
                </a:tc>
                <a:tc>
                  <a:txBody>
                    <a:bodyPr/>
                    <a:lstStyle/>
                    <a:p>
                      <a:pPr indent="0" algn="r">
                        <a:buNone/>
                      </a:pPr>
                      <a:r>
                        <a:rPr lang="en-US" sz="1200" b="1">
                          <a:solidFill>
                            <a:srgbClr val="FFFFFF"/>
                          </a:solidFill>
                          <a:latin typeface="メイリオ" panose="020B0604030504040204" pitchFamily="50" charset="-128"/>
                        </a:rPr>
                        <a:t>{{tot.cost}}</a:t>
                      </a:r>
                      <a:endParaRPr lang="en-US" altLang="en-US" sz="1200" b="1">
                        <a:solidFill>
                          <a:srgbClr val="FFFFFF"/>
                        </a:solidFill>
                        <a:latin typeface="メイリオ" panose="020B0604030504040204" pitchFamily="50" charset="-128"/>
                      </a:endParaRPr>
                    </a:p>
                  </a:txBody>
                  <a:tcPr marL="12700" marR="12700" marT="12700" anchor="ctr">
                    <a:solidFill>
                      <a:srgbClr val="8064A2"/>
                    </a:solidFill>
                  </a:tcPr>
                </a:tc>
                <a:tc>
                  <a:txBody>
                    <a:bodyPr/>
                    <a:lstStyle/>
                    <a:p>
                      <a:pPr indent="0" algn="r">
                        <a:buNone/>
                      </a:pPr>
                      <a:r>
                        <a:rPr lang="en-US" sz="1200" b="1">
                          <a:solidFill>
                            <a:srgbClr val="FFFFFF"/>
                          </a:solidFill>
                          <a:latin typeface="メイリオ" panose="020B0604030504040204" pitchFamily="50" charset="-128"/>
                        </a:rPr>
                        <a:t>{{tot.pt}}</a:t>
                      </a:r>
                      <a:endParaRPr lang="en-US" altLang="en-US" sz="1200" b="1">
                        <a:solidFill>
                          <a:srgbClr val="FFFFFF"/>
                        </a:solidFill>
                        <a:latin typeface="メイリオ" panose="020B0604030504040204" pitchFamily="50" charset="-128"/>
                      </a:endParaRPr>
                    </a:p>
                  </a:txBody>
                  <a:tcPr marL="12700" marR="12700" marT="12700" anchor="ctr">
                    <a:solidFill>
                      <a:srgbClr val="8064A2"/>
                    </a:solidFill>
                  </a:tcPr>
                </a:tc>
                <a:tc>
                  <a:txBody>
                    <a:bodyPr/>
                    <a:lstStyle/>
                    <a:p>
                      <a:pPr indent="0" algn="r">
                        <a:buNone/>
                      </a:pPr>
                      <a:endParaRPr lang="en-US" altLang="en-US" sz="1200" b="1">
                        <a:solidFill>
                          <a:srgbClr val="FFFFFF"/>
                        </a:solidFill>
                        <a:latin typeface="メイリオ" panose="020B0604030504040204" pitchFamily="50" charset="-128"/>
                      </a:endParaRPr>
                    </a:p>
                  </a:txBody>
                  <a:tcPr marL="12700" marR="12700" marT="12700" anchor="ctr">
                    <a:solidFill>
                      <a:srgbClr val="8064A2"/>
                    </a:solidFill>
                  </a:tcPr>
                </a:tc>
                <a:extLst>
                  <a:ext uri="{0D108BD9-81ED-4DB2-BD59-A6C34878D82A}">
                    <a16:rowId xmlns:a16="http://schemas.microsoft.com/office/drawing/2014/main" val="10011"/>
                  </a:ext>
                </a:extLst>
              </a:tr>
            </a:tbl>
          </a:graphicData>
        </a:graphic>
      </p:graphicFrame>
      <p:graphicFrame>
        <p:nvGraphicFramePr>
          <p:cNvPr id="5" name="Group 583"/>
          <p:cNvGraphicFramePr>
            <a:graphicFrameLocks noGrp="1"/>
          </p:cNvGraphicFramePr>
          <p:nvPr/>
        </p:nvGraphicFramePr>
        <p:xfrm>
          <a:off x="773102" y="1116000"/>
          <a:ext cx="2818336" cy="1524000"/>
        </p:xfrm>
        <a:graphic>
          <a:graphicData uri="http://schemas.openxmlformats.org/drawingml/2006/table">
            <a:tbl>
              <a:tblPr/>
              <a:tblGrid>
                <a:gridCol w="1584758">
                  <a:extLst>
                    <a:ext uri="{9D8B030D-6E8A-4147-A177-3AD203B41FA5}">
                      <a16:colId xmlns:a16="http://schemas.microsoft.com/office/drawing/2014/main" val="20000"/>
                    </a:ext>
                  </a:extLst>
                </a:gridCol>
                <a:gridCol w="1233578">
                  <a:extLst>
                    <a:ext uri="{9D8B030D-6E8A-4147-A177-3AD203B41FA5}">
                      <a16:colId xmlns:a16="http://schemas.microsoft.com/office/drawing/2014/main" val="20001"/>
                    </a:ext>
                  </a:extLst>
                </a:gridCol>
              </a:tblGrid>
              <a:tr h="15875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ja-JP" altLang="en-US" sz="1400" b="0" i="0" u="none" strike="noStrike" cap="none" normalizeH="0" baseline="0" dirty="0">
                          <a:ln>
                            <a:noFill/>
                          </a:ln>
                          <a:solidFill>
                            <a:schemeClr val="tx1"/>
                          </a:solidFill>
                          <a:effectLst/>
                          <a:latin typeface="Arial" panose="020B0604020202020204" pitchFamily="34" charset="0"/>
                          <a:ea typeface="HGP創英角ｺﾞｼｯｸUB" panose="020B0900000000000000" pitchFamily="50" charset="-128"/>
                        </a:rPr>
                        <a:t>平均単価</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r">
                        <a:buNone/>
                      </a:pPr>
                      <a:r>
                        <a:rPr lang="en-US" sz="1200" b="1">
                          <a:solidFill>
                            <a:srgbClr val="A50021"/>
                          </a:solidFill>
                          <a:latin typeface="Arial" panose="020B0604020202020204" charset="-122"/>
                        </a:rPr>
                        <a:t>{{kpi.price}}</a:t>
                      </a:r>
                      <a:endParaRPr lang="en-US" altLang="en-US" sz="1200" b="1">
                        <a:solidFill>
                          <a:srgbClr val="A50021"/>
                        </a:solidFill>
                        <a:latin typeface="Arial" panose="020B0604020202020204"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0338">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ja-JP" altLang="en-US" sz="1400" b="0" i="0" u="none" strike="noStrike" cap="none" normalizeH="0" baseline="0" dirty="0">
                          <a:ln>
                            <a:noFill/>
                          </a:ln>
                          <a:solidFill>
                            <a:schemeClr val="tx1"/>
                          </a:solidFill>
                          <a:effectLst/>
                          <a:latin typeface="Arial" panose="020B0604020202020204" pitchFamily="34" charset="0"/>
                          <a:ea typeface="HGP創英角ｺﾞｼｯｸUB" panose="020B0900000000000000" pitchFamily="50" charset="-128"/>
                        </a:rPr>
                        <a:t>損益分岐点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r">
                        <a:buNone/>
                      </a:pPr>
                      <a:r>
                        <a:rPr lang="zh-CN" sz="1200" b="1">
                          <a:solidFill>
                            <a:srgbClr val="A50021"/>
                          </a:solidFill>
                          <a:latin typeface="Arial" panose="020B0604020202020204" pitchFamily="34" charset="0"/>
                          <a:ea typeface="Arial" panose="020B0604020202020204" charset="-122"/>
                        </a:rPr>
                        <a:t>{{kpi.be}}</a:t>
                      </a:r>
                      <a:endParaRPr lang="en-US" altLang="en-US" sz="1200" b="1">
                        <a:solidFill>
                          <a:srgbClr val="A50021"/>
                        </a:solidFill>
                        <a:latin typeface="Arial" panose="020B0604020202020204"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ja-JP" altLang="en-US" sz="1400" b="0" i="0" u="none" strike="noStrike" cap="none" normalizeH="0" baseline="0" dirty="0">
                          <a:ln>
                            <a:noFill/>
                          </a:ln>
                          <a:solidFill>
                            <a:schemeClr val="tx1"/>
                          </a:solidFill>
                          <a:effectLst/>
                          <a:latin typeface="Arial" panose="020B0604020202020204" pitchFamily="34" charset="0"/>
                          <a:ea typeface="HGP創英角ｺﾞｼｯｸUB" panose="020B0900000000000000" pitchFamily="50" charset="-128"/>
                        </a:rPr>
                        <a:t>実質最大会員数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r">
                        <a:buNone/>
                      </a:pPr>
                      <a:r>
                        <a:rPr lang="zh-CN" sz="1200" b="1">
                          <a:solidFill>
                            <a:srgbClr val="A50021"/>
                          </a:solidFill>
                          <a:latin typeface="Arial" panose="020B0604020202020204" pitchFamily="34" charset="0"/>
                          <a:ea typeface="Arial" panose="020B0604020202020204" charset="-122"/>
                        </a:rPr>
                        <a:t>{{kpi.max}}</a:t>
                      </a:r>
                      <a:endParaRPr lang="en-US" altLang="en-US" sz="1200" b="1">
                        <a:solidFill>
                          <a:srgbClr val="A50021"/>
                        </a:solidFill>
                        <a:latin typeface="Arial" panose="020B0604020202020204"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2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ja-JP" altLang="en-US" sz="1400" b="0" i="0" u="none" strike="noStrike" cap="none" normalizeH="0" baseline="0" dirty="0">
                          <a:ln>
                            <a:noFill/>
                          </a:ln>
                          <a:solidFill>
                            <a:schemeClr val="tx1"/>
                          </a:solidFill>
                          <a:effectLst/>
                          <a:latin typeface="Arial" panose="020B0604020202020204" pitchFamily="34" charset="0"/>
                          <a:ea typeface="HGP創英角ｺﾞｼｯｸUB" panose="020B0900000000000000" pitchFamily="50" charset="-128"/>
                        </a:rPr>
                        <a:t>同時利用人数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r">
                        <a:buNone/>
                      </a:pPr>
                      <a:r>
                        <a:rPr lang="zh-CN" sz="1200" b="1">
                          <a:solidFill>
                            <a:srgbClr val="A50021"/>
                          </a:solidFill>
                          <a:latin typeface="Arial" panose="020B0604020202020204" pitchFamily="34" charset="0"/>
                          <a:ea typeface="Arial" panose="020B0604020202020204" charset="-122"/>
                        </a:rPr>
                        <a:t>{{kpi.cc}}</a:t>
                      </a:r>
                      <a:endParaRPr lang="en-US" altLang="en-US" sz="1200" b="1">
                        <a:solidFill>
                          <a:srgbClr val="A50021"/>
                        </a:solidFill>
                        <a:latin typeface="Arial" panose="020B0604020202020204"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2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ja-JP" altLang="en-US" sz="1400" b="0" i="0" u="none" strike="noStrike" cap="none" normalizeH="0" baseline="0" dirty="0">
                          <a:ln>
                            <a:noFill/>
                          </a:ln>
                          <a:solidFill>
                            <a:schemeClr val="tx1"/>
                          </a:solidFill>
                          <a:effectLst/>
                          <a:latin typeface="Arial" panose="020B0604020202020204" pitchFamily="34" charset="0"/>
                          <a:ea typeface="HGP創英角ｺﾞｼｯｸUB" panose="020B0900000000000000" pitchFamily="50" charset="-128"/>
                        </a:rPr>
                        <a:t>駐車場必要数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r">
                        <a:buNone/>
                      </a:pPr>
                      <a:r>
                        <a:rPr lang="en-US" sz="1200" b="1">
                          <a:solidFill>
                            <a:srgbClr val="A50021"/>
                          </a:solidFill>
                          <a:latin typeface="Arial" panose="020B0604020202020204" charset="-122"/>
                        </a:rPr>
                        <a:t>{{kpi.park}}</a:t>
                      </a:r>
                      <a:endParaRPr lang="en-US" altLang="en-US" sz="1200" b="1">
                        <a:solidFill>
                          <a:srgbClr val="A50021"/>
                        </a:solidFill>
                        <a:latin typeface="Arial" panose="020B0604020202020204"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6" name="Object 3"/>
          <p:cNvGraphicFramePr>
            <a:graphicFrameLocks noChangeAspect="1"/>
          </p:cNvGraphicFramePr>
          <p:nvPr/>
        </p:nvGraphicFramePr>
        <p:xfrm>
          <a:off x="5280660" y="920115"/>
          <a:ext cx="6354445" cy="2790825"/>
        </p:xfrm>
        <a:graphic>
          <a:graphicData uri="http://schemas.openxmlformats.org/drawingml/2006/chart">
            <c:chart xmlns:c="http://schemas.openxmlformats.org/drawingml/2006/chart" xmlns:r="http://schemas.openxmlformats.org/officeDocument/2006/relationships" r:id="rId3"/>
          </a:graphicData>
        </a:graphic>
      </p:graphicFrame>
      <p:sp>
        <p:nvSpPr>
          <p:cNvPr id="25" name="Text Box 575"/>
          <p:cNvSpPr txBox="1">
            <a:spLocks noChangeArrowheads="1"/>
          </p:cNvSpPr>
          <p:nvPr/>
        </p:nvSpPr>
        <p:spPr bwMode="auto">
          <a:xfrm>
            <a:off x="5280753" y="627655"/>
            <a:ext cx="14303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ja-JP" altLang="en-US" sz="1400" dirty="0">
                <a:ea typeface="HGP創英角ｺﾞｼｯｸUB" panose="020B0900000000000000" pitchFamily="50" charset="-128"/>
              </a:rPr>
              <a:t>＜グラフ＞</a:t>
            </a:r>
          </a:p>
        </p:txBody>
      </p:sp>
      <p:sp>
        <p:nvSpPr>
          <p:cNvPr id="4" name="Text Box 575"/>
          <p:cNvSpPr txBox="1">
            <a:spLocks noChangeArrowheads="1"/>
          </p:cNvSpPr>
          <p:nvPr/>
        </p:nvSpPr>
        <p:spPr bwMode="auto">
          <a:xfrm>
            <a:off x="772795" y="2915920"/>
            <a:ext cx="4323715"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人あたり週</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2</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回利用</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・平均滞在時間</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時間　</a:t>
            </a:r>
            <a:endParaRPr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a:p>
            <a:pPr>
              <a:spcBef>
                <a:spcPct val="50000"/>
              </a:spcBef>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・必要面積</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3</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坪</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sym typeface="+mn-ea"/>
              </a:rPr>
              <a:t>/1</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sym typeface="+mn-ea"/>
              </a:rPr>
              <a:t>人</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と仮定</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・駐車場の利用率は</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80</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％と仮定</a:t>
            </a:r>
          </a:p>
          <a:p>
            <a:pPr>
              <a:spcBef>
                <a:spcPct val="50000"/>
              </a:spcBef>
            </a:pPr>
            <a:r>
              <a:rPr lang="en-US" altLang="ja-JP" sz="11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sym typeface="+mn-ea"/>
              </a:rPr>
              <a:t>※</a:t>
            </a:r>
            <a:r>
              <a:rPr lang="ja-JP" altLang="en-US" sz="11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sym typeface="+mn-ea"/>
              </a:rPr>
              <a:t>損益分岐点に広告費は加味されておりません。</a:t>
            </a:r>
          </a:p>
        </p:txBody>
      </p:sp>
      <p:sp>
        <p:nvSpPr>
          <p:cNvPr id="2" name="Text Box 575"/>
          <p:cNvSpPr txBox="1">
            <a:spLocks noChangeArrowheads="1"/>
          </p:cNvSpPr>
          <p:nvPr/>
        </p:nvSpPr>
        <p:spPr bwMode="auto">
          <a:xfrm>
            <a:off x="1007110" y="6526530"/>
            <a:ext cx="9998075" cy="245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ja-JP" sz="10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sym typeface="+mn-ea"/>
              </a:rPr>
              <a:t>※</a:t>
            </a:r>
            <a:r>
              <a:rPr lang="ja-JP" altLang="en-US" sz="10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sym typeface="+mn-ea"/>
              </a:rPr>
              <a:t>広告費・ロイヤリティー・会員利用料・決済手数料・各オプション売上シェアを含んだ収支となります。減価償却費は加味されておりません。</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Text Box 2"/>
          <p:cNvSpPr txBox="1">
            <a:spLocks noChangeArrowheads="1"/>
          </p:cNvSpPr>
          <p:nvPr/>
        </p:nvSpPr>
        <p:spPr bwMode="auto">
          <a:xfrm>
            <a:off x="584645" y="130632"/>
            <a:ext cx="69119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ja-JP" altLang="en-US" sz="1800" dirty="0">
                <a:ea typeface="HGP創英角ｺﾞｼｯｸUB" panose="020B0900000000000000" pitchFamily="50" charset="-128"/>
              </a:rPr>
              <a:t>財務シミュレーション　</a:t>
            </a:r>
            <a:r>
              <a:rPr lang="en-US" altLang="ja-JP" sz="1800" dirty="0">
                <a:ea typeface="HGP創英角ｺﾞｼｯｸUB" panose="020B0900000000000000" pitchFamily="50" charset="-128"/>
              </a:rPr>
              <a:t>【</a:t>
            </a:r>
            <a:r>
              <a:rPr lang="ja-JP" altLang="en-US" sz="1800" dirty="0">
                <a:ea typeface="HGP創英角ｺﾞｼｯｸUB" panose="020B0900000000000000" pitchFamily="50" charset="-128"/>
              </a:rPr>
              <a:t>保守</a:t>
            </a:r>
            <a:r>
              <a:rPr lang="en-US" altLang="ja-JP" sz="1800" dirty="0">
                <a:ea typeface="HGP創英角ｺﾞｼｯｸUB" panose="020B0900000000000000" pitchFamily="50" charset="-128"/>
              </a:rPr>
              <a:t>】</a:t>
            </a:r>
            <a:endParaRPr lang="ja-JP" altLang="en-US" sz="1800" dirty="0">
              <a:ea typeface="HGP創英角ｺﾞｼｯｸUB" panose="020B0900000000000000" pitchFamily="50" charset="-128"/>
            </a:endParaRPr>
          </a:p>
        </p:txBody>
      </p:sp>
      <p:sp>
        <p:nvSpPr>
          <p:cNvPr id="331780" name="Line 4"/>
          <p:cNvSpPr>
            <a:spLocks noChangeShapeType="1"/>
          </p:cNvSpPr>
          <p:nvPr/>
        </p:nvSpPr>
        <p:spPr bwMode="auto">
          <a:xfrm>
            <a:off x="625147" y="471689"/>
            <a:ext cx="91440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graphicFrame>
        <p:nvGraphicFramePr>
          <p:cNvPr id="3" name="表 2"/>
          <p:cNvGraphicFramePr>
            <a:graphicFrameLocks noGrp="1"/>
          </p:cNvGraphicFramePr>
          <p:nvPr/>
        </p:nvGraphicFramePr>
        <p:xfrm>
          <a:off x="1008000" y="3852000"/>
          <a:ext cx="9936788" cy="2677477"/>
        </p:xfrm>
        <a:graphic>
          <a:graphicData uri="http://schemas.openxmlformats.org/drawingml/2006/table">
            <a:tbl>
              <a:tblPr>
                <a:tableStyleId>{5C22544A-7EE6-4342-B048-85BDC9FD1C3A}</a:tableStyleId>
              </a:tblPr>
              <a:tblGrid>
                <a:gridCol w="2052320">
                  <a:extLst>
                    <a:ext uri="{9D8B030D-6E8A-4147-A177-3AD203B41FA5}">
                      <a16:colId xmlns:a16="http://schemas.microsoft.com/office/drawing/2014/main" val="20000"/>
                    </a:ext>
                  </a:extLst>
                </a:gridCol>
                <a:gridCol w="1319671">
                  <a:extLst>
                    <a:ext uri="{9D8B030D-6E8A-4147-A177-3AD203B41FA5}">
                      <a16:colId xmlns:a16="http://schemas.microsoft.com/office/drawing/2014/main" val="20001"/>
                    </a:ext>
                  </a:extLst>
                </a:gridCol>
                <a:gridCol w="1384634">
                  <a:extLst>
                    <a:ext uri="{9D8B030D-6E8A-4147-A177-3AD203B41FA5}">
                      <a16:colId xmlns:a16="http://schemas.microsoft.com/office/drawing/2014/main" val="20002"/>
                    </a:ext>
                  </a:extLst>
                </a:gridCol>
                <a:gridCol w="1270635">
                  <a:extLst>
                    <a:ext uri="{9D8B030D-6E8A-4147-A177-3AD203B41FA5}">
                      <a16:colId xmlns:a16="http://schemas.microsoft.com/office/drawing/2014/main" val="20003"/>
                    </a:ext>
                  </a:extLst>
                </a:gridCol>
                <a:gridCol w="1270577">
                  <a:extLst>
                    <a:ext uri="{9D8B030D-6E8A-4147-A177-3AD203B41FA5}">
                      <a16:colId xmlns:a16="http://schemas.microsoft.com/office/drawing/2014/main" val="20004"/>
                    </a:ext>
                  </a:extLst>
                </a:gridCol>
                <a:gridCol w="1368345">
                  <a:extLst>
                    <a:ext uri="{9D8B030D-6E8A-4147-A177-3AD203B41FA5}">
                      <a16:colId xmlns:a16="http://schemas.microsoft.com/office/drawing/2014/main" val="20005"/>
                    </a:ext>
                  </a:extLst>
                </a:gridCol>
                <a:gridCol w="1270606">
                  <a:extLst>
                    <a:ext uri="{9D8B030D-6E8A-4147-A177-3AD203B41FA5}">
                      <a16:colId xmlns:a16="http://schemas.microsoft.com/office/drawing/2014/main" val="20006"/>
                    </a:ext>
                  </a:extLst>
                </a:gridCol>
              </a:tblGrid>
              <a:tr h="283845">
                <a:tc>
                  <a:txBody>
                    <a:bodyPr/>
                    <a:lstStyle/>
                    <a:p>
                      <a:pPr indent="0" algn="ctr">
                        <a:buNone/>
                      </a:pPr>
                      <a:endParaRPr lang="en-US" altLang="en-US" sz="1000" b="0">
                        <a:solidFill>
                          <a:srgbClr val="FFFFFF"/>
                        </a:solidFill>
                        <a:latin typeface="Arial" panose="020B0604020202020204" pitchFamily="34" charset="0"/>
                      </a:endParaRPr>
                    </a:p>
                  </a:txBody>
                  <a:tcPr marL="12700" marR="12700" marT="12700" anchor="ctr">
                    <a:solidFill>
                      <a:schemeClr val="tx1"/>
                    </a:solidFill>
                  </a:tcPr>
                </a:tc>
                <a:tc>
                  <a:txBody>
                    <a:bodyPr/>
                    <a:lstStyle/>
                    <a:p>
                      <a:pPr indent="0" algn="ctr">
                        <a:buNone/>
                      </a:pPr>
                      <a:r>
                        <a:rPr lang="zh-CN" sz="1000" b="1">
                          <a:solidFill>
                            <a:srgbClr val="FFFFFF"/>
                          </a:solidFill>
                          <a:cs typeface="Arial" panose="020B0604020202020204" pitchFamily="34" charset="0"/>
                        </a:rPr>
                        <a:t>年度末会員数</a:t>
                      </a:r>
                      <a:endParaRPr lang="en-US" altLang="en-US" sz="1000" b="1">
                        <a:solidFill>
                          <a:srgbClr val="FFFFFF"/>
                        </a:solidFill>
                        <a:latin typeface="Arial" panose="020B0604020202020204" pitchFamily="34" charset="0"/>
                      </a:endParaRPr>
                    </a:p>
                  </a:txBody>
                  <a:tcPr marL="12700" marR="12700" marT="12700" anchor="ctr">
                    <a:solidFill>
                      <a:schemeClr val="tx1"/>
                    </a:solidFill>
                  </a:tcPr>
                </a:tc>
                <a:tc>
                  <a:txBody>
                    <a:bodyPr/>
                    <a:lstStyle/>
                    <a:p>
                      <a:pPr indent="0" algn="ctr">
                        <a:buNone/>
                      </a:pPr>
                      <a:r>
                        <a:rPr lang="zh-CN" sz="1000" b="1">
                          <a:solidFill>
                            <a:srgbClr val="FFFFFF"/>
                          </a:solidFill>
                          <a:cs typeface="Arial" panose="020B0604020202020204" pitchFamily="34" charset="0"/>
                        </a:rPr>
                        <a:t>売上</a:t>
                      </a:r>
                      <a:endParaRPr lang="en-US" altLang="en-US" sz="1000" b="1">
                        <a:solidFill>
                          <a:srgbClr val="FFFFFF"/>
                        </a:solidFill>
                        <a:latin typeface="Arial" panose="020B0604020202020204" pitchFamily="34" charset="0"/>
                      </a:endParaRPr>
                    </a:p>
                  </a:txBody>
                  <a:tcPr marL="12700" marR="12700" marT="12700" anchor="ctr">
                    <a:solidFill>
                      <a:schemeClr val="tx1"/>
                    </a:solidFill>
                  </a:tcPr>
                </a:tc>
                <a:tc>
                  <a:txBody>
                    <a:bodyPr/>
                    <a:lstStyle/>
                    <a:p>
                      <a:pPr indent="0" algn="ctr">
                        <a:buNone/>
                      </a:pPr>
                      <a:r>
                        <a:rPr lang="zh-CN" sz="1000" b="1">
                          <a:solidFill>
                            <a:srgbClr val="FFFFFF"/>
                          </a:solidFill>
                          <a:cs typeface="Arial" panose="020B0604020202020204" pitchFamily="34" charset="0"/>
                        </a:rPr>
                        <a:t>売上増加率</a:t>
                      </a:r>
                      <a:endParaRPr lang="en-US" altLang="en-US" sz="1000" b="1">
                        <a:solidFill>
                          <a:srgbClr val="FFFFFF"/>
                        </a:solidFill>
                        <a:latin typeface="Arial" panose="020B0604020202020204" pitchFamily="34" charset="0"/>
                      </a:endParaRPr>
                    </a:p>
                  </a:txBody>
                  <a:tcPr marL="12700" marR="12700" marT="12700" anchor="ctr">
                    <a:solidFill>
                      <a:schemeClr val="tx1"/>
                    </a:solidFill>
                  </a:tcPr>
                </a:tc>
                <a:tc>
                  <a:txBody>
                    <a:bodyPr/>
                    <a:lstStyle/>
                    <a:p>
                      <a:pPr indent="0" algn="ctr">
                        <a:buNone/>
                      </a:pPr>
                      <a:r>
                        <a:rPr lang="zh-CN" sz="1000" b="1">
                          <a:solidFill>
                            <a:srgbClr val="FFFFFF"/>
                          </a:solidFill>
                          <a:cs typeface="Arial" panose="020B0604020202020204" pitchFamily="34" charset="0"/>
                        </a:rPr>
                        <a:t>経費</a:t>
                      </a:r>
                      <a:endParaRPr lang="en-US" altLang="en-US" sz="1000" b="1">
                        <a:solidFill>
                          <a:srgbClr val="FFFFFF"/>
                        </a:solidFill>
                        <a:latin typeface="Arial" panose="020B0604020202020204" pitchFamily="34" charset="0"/>
                      </a:endParaRPr>
                    </a:p>
                  </a:txBody>
                  <a:tcPr marL="12700" marR="12700" marT="12700" anchor="ctr">
                    <a:solidFill>
                      <a:schemeClr val="tx1"/>
                    </a:solidFill>
                  </a:tcPr>
                </a:tc>
                <a:tc>
                  <a:txBody>
                    <a:bodyPr/>
                    <a:lstStyle/>
                    <a:p>
                      <a:pPr indent="0" algn="ctr">
                        <a:buNone/>
                      </a:pPr>
                      <a:r>
                        <a:rPr lang="zh-CN" sz="1000" b="1">
                          <a:solidFill>
                            <a:srgbClr val="FFFFFF"/>
                          </a:solidFill>
                          <a:cs typeface="Arial" panose="020B0604020202020204" pitchFamily="34" charset="0"/>
                        </a:rPr>
                        <a:t>税引前利益</a:t>
                      </a:r>
                      <a:endParaRPr lang="en-US" altLang="en-US" sz="1000" b="1">
                        <a:solidFill>
                          <a:srgbClr val="FFFFFF"/>
                        </a:solidFill>
                        <a:latin typeface="Arial" panose="020B0604020202020204" pitchFamily="34" charset="0"/>
                      </a:endParaRPr>
                    </a:p>
                  </a:txBody>
                  <a:tcPr marL="12700" marR="12700" marT="12700" anchor="ctr">
                    <a:solidFill>
                      <a:schemeClr val="tx1"/>
                    </a:solidFill>
                  </a:tcPr>
                </a:tc>
                <a:tc>
                  <a:txBody>
                    <a:bodyPr/>
                    <a:lstStyle/>
                    <a:p>
                      <a:pPr indent="0" algn="r">
                        <a:buNone/>
                      </a:pPr>
                      <a:r>
                        <a:rPr lang="zh-CN" sz="1000" b="1">
                          <a:solidFill>
                            <a:srgbClr val="FFFFFF"/>
                          </a:solidFill>
                          <a:cs typeface="Arial" panose="020B0604020202020204" pitchFamily="34" charset="0"/>
                        </a:rPr>
                        <a:t>投資回収率</a:t>
                      </a:r>
                      <a:endParaRPr lang="en-US" altLang="en-US" sz="1000" b="1">
                        <a:solidFill>
                          <a:srgbClr val="FFFFFF"/>
                        </a:solidFill>
                        <a:latin typeface="Arial" panose="020B0604020202020204" pitchFamily="34" charset="0"/>
                      </a:endParaRPr>
                    </a:p>
                  </a:txBody>
                  <a:tcPr marL="12700" marR="12700" marT="12700" anchor="ctr">
                    <a:solidFill>
                      <a:schemeClr val="tx1"/>
                    </a:solidFill>
                  </a:tcPr>
                </a:tc>
                <a:extLst>
                  <a:ext uri="{0D108BD9-81ED-4DB2-BD59-A6C34878D82A}">
                    <a16:rowId xmlns:a16="http://schemas.microsoft.com/office/drawing/2014/main" val="10000"/>
                  </a:ext>
                </a:extLst>
              </a:tr>
              <a:tr h="187960">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1期</a:t>
                      </a:r>
                      <a:endParaRPr lang="en-US" altLang="en-US" sz="1000" b="0">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0">
                          <a:solidFill>
                            <a:srgbClr val="000000"/>
                          </a:solidFill>
                          <a:latin typeface="Arial" panose="020B0604020202020204" pitchFamily="34" charset="0"/>
                        </a:rPr>
                        <a:t>{{y1.m}}</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{{y1.rev}}</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{{y1.gr}}</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{{y1.cost}}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{{y1.pt}}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{{y1.pr}}</a:t>
                      </a:r>
                      <a:endParaRPr lang="en-US" altLang="en-US" sz="1000" b="0">
                        <a:solidFill>
                          <a:srgbClr val="000000"/>
                        </a:solidFill>
                        <a:latin typeface="Arial" panose="020B0604020202020204" pitchFamily="34" charset="0"/>
                      </a:endParaRPr>
                    </a:p>
                  </a:txBody>
                  <a:tcPr marL="12700" marR="12700" marT="12700" anchor="ctr"/>
                </a:tc>
                <a:extLst>
                  <a:ext uri="{0D108BD9-81ED-4DB2-BD59-A6C34878D82A}">
                    <a16:rowId xmlns:a16="http://schemas.microsoft.com/office/drawing/2014/main" val="10001"/>
                  </a:ext>
                </a:extLst>
              </a:tr>
              <a:tr h="187960">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2期</a:t>
                      </a:r>
                      <a:endParaRPr lang="en-US" altLang="en-US" sz="1000" b="0">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0">
                          <a:solidFill>
                            <a:srgbClr val="000000"/>
                          </a:solidFill>
                          <a:latin typeface="Arial" panose="020B0604020202020204" pitchFamily="34" charset="0"/>
                        </a:rPr>
                        <a:t>{{y2.m}}</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{{y2.rev}}</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{{y2.gr}}</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{{y2.cost}}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{{y2.pt}}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{{y2.pr}}</a:t>
                      </a:r>
                      <a:endParaRPr lang="en-US" altLang="en-US" sz="1000" b="0">
                        <a:solidFill>
                          <a:srgbClr val="000000"/>
                        </a:solidFill>
                        <a:latin typeface="Arial" panose="020B0604020202020204" pitchFamily="34" charset="0"/>
                      </a:endParaRPr>
                    </a:p>
                  </a:txBody>
                  <a:tcPr marL="12700" marR="12700" marT="12700" anchor="ctr"/>
                </a:tc>
                <a:extLst>
                  <a:ext uri="{0D108BD9-81ED-4DB2-BD59-A6C34878D82A}">
                    <a16:rowId xmlns:a16="http://schemas.microsoft.com/office/drawing/2014/main" val="10002"/>
                  </a:ext>
                </a:extLst>
              </a:tr>
              <a:tr h="210820">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3期</a:t>
                      </a:r>
                      <a:endParaRPr lang="en-US" altLang="en-US" sz="1000" b="0">
                        <a:solidFill>
                          <a:srgbClr val="000000"/>
                        </a:solidFill>
                        <a:latin typeface="メイリオ" panose="020B0604030504040204" pitchFamily="50" charset="-128"/>
                      </a:endParaRPr>
                    </a:p>
                  </a:txBody>
                  <a:tcPr marL="12700" marR="12700" marT="12700" anchor="ctr">
                    <a:solidFill>
                      <a:srgbClr val="E9EDF4"/>
                    </a:solidFill>
                  </a:tcPr>
                </a:tc>
                <a:tc>
                  <a:txBody>
                    <a:bodyPr/>
                    <a:lstStyle/>
                    <a:p>
                      <a:pPr indent="0" algn="ctr">
                        <a:buNone/>
                      </a:pPr>
                      <a:r>
                        <a:rPr lang="en-US" sz="1000" b="0">
                          <a:solidFill>
                            <a:srgbClr val="000000"/>
                          </a:solidFill>
                          <a:latin typeface="Arial" panose="020B0604020202020204" pitchFamily="34" charset="0"/>
                        </a:rPr>
                        <a:t>{{y3.m}}</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{{y3.rev}}</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{{y3.gr}}</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{{y3.cost}}</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{{y3.pt}}</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{{y3.pr}}</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extLst>
                  <a:ext uri="{0D108BD9-81ED-4DB2-BD59-A6C34878D82A}">
                    <a16:rowId xmlns:a16="http://schemas.microsoft.com/office/drawing/2014/main" val="10003"/>
                  </a:ext>
                </a:extLst>
              </a:tr>
              <a:tr h="210820">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4期</a:t>
                      </a:r>
                      <a:endParaRPr lang="en-US" altLang="en-US" sz="1000" b="0">
                        <a:solidFill>
                          <a:srgbClr val="000000"/>
                        </a:solidFill>
                        <a:latin typeface="メイリオ" panose="020B0604030504040204" pitchFamily="50" charset="-128"/>
                      </a:endParaRPr>
                    </a:p>
                  </a:txBody>
                  <a:tcPr marL="12700" marR="12700" marT="12700" anchor="ctr">
                    <a:solidFill>
                      <a:srgbClr val="E9EDF4"/>
                    </a:solidFill>
                  </a:tcPr>
                </a:tc>
                <a:tc>
                  <a:txBody>
                    <a:bodyPr/>
                    <a:lstStyle/>
                    <a:p>
                      <a:pPr indent="0" algn="ctr">
                        <a:buNone/>
                      </a:pPr>
                      <a:r>
                        <a:rPr lang="en-US" sz="1000" b="0">
                          <a:solidFill>
                            <a:srgbClr val="000000"/>
                          </a:solidFill>
                          <a:latin typeface="Arial" panose="020B0604020202020204" pitchFamily="34" charset="0"/>
                        </a:rPr>
                        <a:t>{{y4.m}}</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{{y4.rev}}</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{{y4.gr}}</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{{y4.cost}}</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{{y4.pt}}</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{{y4.pr}}</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extLst>
                  <a:ext uri="{0D108BD9-81ED-4DB2-BD59-A6C34878D82A}">
                    <a16:rowId xmlns:a16="http://schemas.microsoft.com/office/drawing/2014/main" val="10004"/>
                  </a:ext>
                </a:extLst>
              </a:tr>
              <a:tr h="210820">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5期</a:t>
                      </a:r>
                      <a:endParaRPr lang="en-US" altLang="en-US" sz="1000" b="0">
                        <a:solidFill>
                          <a:srgbClr val="000000"/>
                        </a:solidFill>
                        <a:latin typeface="メイリオ" panose="020B0604030504040204" pitchFamily="50" charset="-128"/>
                      </a:endParaRPr>
                    </a:p>
                  </a:txBody>
                  <a:tcPr marL="12700" marR="12700" marT="12700" anchor="ctr">
                    <a:solidFill>
                      <a:srgbClr val="E9EDF4"/>
                    </a:solidFill>
                  </a:tcPr>
                </a:tc>
                <a:tc>
                  <a:txBody>
                    <a:bodyPr/>
                    <a:lstStyle/>
                    <a:p>
                      <a:pPr indent="0" algn="ctr">
                        <a:buNone/>
                      </a:pPr>
                      <a:r>
                        <a:rPr lang="en-US" sz="1000" b="0">
                          <a:solidFill>
                            <a:srgbClr val="000000"/>
                          </a:solidFill>
                          <a:latin typeface="Arial" panose="020B0604020202020204" pitchFamily="34" charset="0"/>
                        </a:rPr>
                        <a:t>{{y5.m}}</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{{y5.rev}}</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{{y5.gr}}</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{{y5.cost}}</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{{y5.pt}}</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tc>
                  <a:txBody>
                    <a:bodyPr/>
                    <a:lstStyle/>
                    <a:p>
                      <a:pPr indent="0" algn="r">
                        <a:buNone/>
                      </a:pPr>
                      <a:r>
                        <a:rPr lang="en-US" sz="1000" b="0">
                          <a:solidFill>
                            <a:srgbClr val="000000"/>
                          </a:solidFill>
                          <a:latin typeface="Arial" panose="020B0604020202020204" pitchFamily="34" charset="0"/>
                        </a:rPr>
                        <a:t>{{y5.pr}}</a:t>
                      </a:r>
                      <a:endParaRPr lang="en-US" altLang="en-US" sz="1000" b="0">
                        <a:solidFill>
                          <a:srgbClr val="000000"/>
                        </a:solidFill>
                        <a:latin typeface="Arial" panose="020B0604020202020204" pitchFamily="34" charset="0"/>
                      </a:endParaRPr>
                    </a:p>
                  </a:txBody>
                  <a:tcPr marL="12700" marR="12700" marT="12700" anchor="ctr">
                    <a:solidFill>
                      <a:srgbClr val="E9EDF4"/>
                    </a:solidFill>
                  </a:tcPr>
                </a:tc>
                <a:extLst>
                  <a:ext uri="{0D108BD9-81ED-4DB2-BD59-A6C34878D82A}">
                    <a16:rowId xmlns:a16="http://schemas.microsoft.com/office/drawing/2014/main" val="10005"/>
                  </a:ext>
                </a:extLst>
              </a:tr>
              <a:tr h="187942">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6期</a:t>
                      </a:r>
                      <a:endParaRPr lang="en-US" altLang="en-US" sz="1000" b="0">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0">
                          <a:solidFill>
                            <a:srgbClr val="000000"/>
                          </a:solidFill>
                          <a:latin typeface="Arial" panose="020B0604020202020204" pitchFamily="34" charset="0"/>
                        </a:rPr>
                        <a:t>{{y6.m}}</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{{y6.rev}}</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{{y6.gr}}</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{{y6.cost}}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{{y6.pt}}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{{y6.pr}}</a:t>
                      </a:r>
                      <a:endParaRPr lang="en-US" altLang="en-US" sz="1000" b="0">
                        <a:solidFill>
                          <a:srgbClr val="000000"/>
                        </a:solidFill>
                        <a:latin typeface="Arial" panose="020B0604020202020204" pitchFamily="34" charset="0"/>
                      </a:endParaRPr>
                    </a:p>
                  </a:txBody>
                  <a:tcPr marL="12700" marR="12700" marT="12700" anchor="ctr"/>
                </a:tc>
                <a:extLst>
                  <a:ext uri="{0D108BD9-81ED-4DB2-BD59-A6C34878D82A}">
                    <a16:rowId xmlns:a16="http://schemas.microsoft.com/office/drawing/2014/main" val="10006"/>
                  </a:ext>
                </a:extLst>
              </a:tr>
              <a:tr h="187942">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7期</a:t>
                      </a:r>
                      <a:endParaRPr lang="en-US" altLang="en-US" sz="1000" b="0">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0">
                          <a:solidFill>
                            <a:srgbClr val="000000"/>
                          </a:solidFill>
                          <a:latin typeface="Arial" panose="020B0604020202020204" pitchFamily="34" charset="0"/>
                        </a:rPr>
                        <a:t>{{y7.m}}</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{{y7.rev}}</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{{y7.gr}}</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{{y7.cost}}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{{y7.pt}}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{{y7.pr}}</a:t>
                      </a:r>
                      <a:endParaRPr lang="en-US" altLang="en-US" sz="1000" b="0">
                        <a:solidFill>
                          <a:srgbClr val="000000"/>
                        </a:solidFill>
                        <a:latin typeface="Arial" panose="020B0604020202020204" pitchFamily="34" charset="0"/>
                      </a:endParaRPr>
                    </a:p>
                  </a:txBody>
                  <a:tcPr marL="12700" marR="12700" marT="12700" anchor="ctr"/>
                </a:tc>
                <a:extLst>
                  <a:ext uri="{0D108BD9-81ED-4DB2-BD59-A6C34878D82A}">
                    <a16:rowId xmlns:a16="http://schemas.microsoft.com/office/drawing/2014/main" val="10007"/>
                  </a:ext>
                </a:extLst>
              </a:tr>
              <a:tr h="187942">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8期</a:t>
                      </a:r>
                      <a:endParaRPr lang="en-US" altLang="en-US" sz="1000" b="0">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0">
                          <a:solidFill>
                            <a:srgbClr val="000000"/>
                          </a:solidFill>
                          <a:latin typeface="Arial" panose="020B0604020202020204" pitchFamily="34" charset="0"/>
                        </a:rPr>
                        <a:t>{{y8.m}}</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{{y8.rev}}</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{{y8.gr}}</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{{y8.cost}}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{{y8.pt}}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{{y8.pr}}</a:t>
                      </a:r>
                      <a:endParaRPr lang="en-US" altLang="en-US" sz="1000" b="0">
                        <a:solidFill>
                          <a:srgbClr val="000000"/>
                        </a:solidFill>
                        <a:latin typeface="Arial" panose="020B0604020202020204" pitchFamily="34" charset="0"/>
                      </a:endParaRPr>
                    </a:p>
                  </a:txBody>
                  <a:tcPr marL="12700" marR="12700" marT="12700" anchor="ctr"/>
                </a:tc>
                <a:extLst>
                  <a:ext uri="{0D108BD9-81ED-4DB2-BD59-A6C34878D82A}">
                    <a16:rowId xmlns:a16="http://schemas.microsoft.com/office/drawing/2014/main" val="10008"/>
                  </a:ext>
                </a:extLst>
              </a:tr>
              <a:tr h="187942">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9期</a:t>
                      </a:r>
                      <a:endParaRPr lang="en-US" altLang="en-US" sz="1000" b="0">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0">
                          <a:solidFill>
                            <a:srgbClr val="000000"/>
                          </a:solidFill>
                          <a:latin typeface="Arial" panose="020B0604020202020204" pitchFamily="34" charset="0"/>
                        </a:rPr>
                        <a:t>{{y9.m}}</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{{y9.rev}}</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{{y9.gr}}</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{{y9.cost}}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{{y9.pt}}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{{y9.pr}}</a:t>
                      </a:r>
                      <a:endParaRPr lang="en-US" altLang="en-US" sz="1000" b="0">
                        <a:solidFill>
                          <a:srgbClr val="000000"/>
                        </a:solidFill>
                        <a:latin typeface="Arial" panose="020B0604020202020204" pitchFamily="34" charset="0"/>
                      </a:endParaRPr>
                    </a:p>
                  </a:txBody>
                  <a:tcPr marL="12700" marR="12700" marT="12700" anchor="ctr"/>
                </a:tc>
                <a:extLst>
                  <a:ext uri="{0D108BD9-81ED-4DB2-BD59-A6C34878D82A}">
                    <a16:rowId xmlns:a16="http://schemas.microsoft.com/office/drawing/2014/main" val="10009"/>
                  </a:ext>
                </a:extLst>
              </a:tr>
              <a:tr h="211171">
                <a:tc>
                  <a:txBody>
                    <a:bodyPr/>
                    <a:lstStyle/>
                    <a:p>
                      <a:pPr indent="0" algn="ctr">
                        <a:buNone/>
                      </a:pPr>
                      <a:r>
                        <a:rPr lang="zh-CN" sz="1000" b="0">
                          <a:solidFill>
                            <a:srgbClr val="000000"/>
                          </a:solidFill>
                          <a:latin typeface="Arial" panose="020B0604020202020204" pitchFamily="34" charset="0"/>
                          <a:ea typeface="メイリオ" panose="020B0604030504040204" pitchFamily="50" charset="-128"/>
                        </a:rPr>
                        <a:t>10期</a:t>
                      </a:r>
                      <a:endParaRPr lang="en-US" altLang="en-US" sz="1000" b="0">
                        <a:solidFill>
                          <a:srgbClr val="000000"/>
                        </a:solidFill>
                        <a:latin typeface="メイリオ" panose="020B0604030504040204" pitchFamily="50" charset="-128"/>
                      </a:endParaRPr>
                    </a:p>
                  </a:txBody>
                  <a:tcPr marL="12700" marR="12700" marT="12700" anchor="ctr"/>
                </a:tc>
                <a:tc>
                  <a:txBody>
                    <a:bodyPr/>
                    <a:lstStyle/>
                    <a:p>
                      <a:pPr indent="0" algn="ctr">
                        <a:buNone/>
                      </a:pPr>
                      <a:r>
                        <a:rPr lang="en-US" sz="1000" b="0">
                          <a:solidFill>
                            <a:srgbClr val="000000"/>
                          </a:solidFill>
                          <a:latin typeface="Arial" panose="020B0604020202020204" pitchFamily="34" charset="0"/>
                        </a:rPr>
                        <a:t>{{y10.m}}</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{{y10.rev}}</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{{y10.gr}}</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{{y10.cost}}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{{y10.pt}}</a:t>
                      </a:r>
                      <a:endParaRPr lang="en-US" altLang="en-US" sz="1000" b="0">
                        <a:solidFill>
                          <a:srgbClr val="000000"/>
                        </a:solidFill>
                        <a:latin typeface="Arial" panose="020B0604020202020204" pitchFamily="34" charset="0"/>
                      </a:endParaRPr>
                    </a:p>
                  </a:txBody>
                  <a:tcPr marL="12700" marR="12700" marT="12700" anchor="ctr"/>
                </a:tc>
                <a:tc>
                  <a:txBody>
                    <a:bodyPr/>
                    <a:lstStyle/>
                    <a:p>
                      <a:pPr indent="0" algn="r">
                        <a:buNone/>
                      </a:pPr>
                      <a:r>
                        <a:rPr lang="en-US" sz="1000" b="0">
                          <a:solidFill>
                            <a:srgbClr val="000000"/>
                          </a:solidFill>
                          <a:latin typeface="Arial" panose="020B0604020202020204" pitchFamily="34" charset="0"/>
                        </a:rPr>
                        <a:t>{{y10.pr}}</a:t>
                      </a:r>
                      <a:endParaRPr lang="en-US" altLang="en-US" sz="1000" b="0">
                        <a:solidFill>
                          <a:srgbClr val="000000"/>
                        </a:solidFill>
                        <a:latin typeface="Arial" panose="020B0604020202020204" pitchFamily="34" charset="0"/>
                      </a:endParaRPr>
                    </a:p>
                  </a:txBody>
                  <a:tcPr marL="12700" marR="12700" marT="12700" anchor="ctr"/>
                </a:tc>
                <a:extLst>
                  <a:ext uri="{0D108BD9-81ED-4DB2-BD59-A6C34878D82A}">
                    <a16:rowId xmlns:a16="http://schemas.microsoft.com/office/drawing/2014/main" val="10010"/>
                  </a:ext>
                </a:extLst>
              </a:tr>
              <a:tr h="285081">
                <a:tc>
                  <a:txBody>
                    <a:bodyPr/>
                    <a:lstStyle/>
                    <a:p>
                      <a:pPr indent="0" algn="r">
                        <a:buNone/>
                      </a:pPr>
                      <a:r>
                        <a:rPr lang="zh-CN" sz="1200" b="1">
                          <a:solidFill>
                            <a:srgbClr val="FFFFFF"/>
                          </a:solidFill>
                          <a:latin typeface="Arial" panose="020B0604020202020204" pitchFamily="34" charset="0"/>
                          <a:ea typeface="メイリオ" panose="020B0604030504040204" pitchFamily="50" charset="-128"/>
                        </a:rPr>
                        <a:t>合計</a:t>
                      </a:r>
                      <a:endParaRPr lang="en-US" altLang="en-US" sz="1200" b="1">
                        <a:solidFill>
                          <a:srgbClr val="FFFFFF"/>
                        </a:solidFill>
                        <a:latin typeface="メイリオ" panose="020B0604030504040204" pitchFamily="50" charset="-128"/>
                      </a:endParaRPr>
                    </a:p>
                  </a:txBody>
                  <a:tcPr marL="12700" marR="12700" marT="12700" anchor="ctr">
                    <a:solidFill>
                      <a:srgbClr val="8064A2"/>
                    </a:solidFill>
                  </a:tcPr>
                </a:tc>
                <a:tc>
                  <a:txBody>
                    <a:bodyPr/>
                    <a:lstStyle/>
                    <a:p>
                      <a:pPr indent="0">
                        <a:buNone/>
                      </a:pPr>
                      <a:endParaRPr lang="en-US" altLang="en-US" sz="1200" b="1">
                        <a:solidFill>
                          <a:srgbClr val="FFFFFF"/>
                        </a:solidFill>
                        <a:latin typeface="メイリオ" panose="020B0604030504040204" pitchFamily="50" charset="-128"/>
                      </a:endParaRPr>
                    </a:p>
                  </a:txBody>
                  <a:tcPr marL="12700" marR="12700" marT="12700" anchor="ctr">
                    <a:solidFill>
                      <a:srgbClr val="8064A2"/>
                    </a:solidFill>
                  </a:tcPr>
                </a:tc>
                <a:tc>
                  <a:txBody>
                    <a:bodyPr/>
                    <a:lstStyle/>
                    <a:p>
                      <a:pPr indent="0" algn="r">
                        <a:buNone/>
                      </a:pPr>
                      <a:r>
                        <a:rPr lang="en-US" sz="1200" b="1">
                          <a:solidFill>
                            <a:srgbClr val="FFFFFF"/>
                          </a:solidFill>
                          <a:latin typeface="メイリオ" panose="020B0604030504040204" pitchFamily="50" charset="-128"/>
                        </a:rPr>
                        <a:t>{{tot.rev}}</a:t>
                      </a:r>
                      <a:endParaRPr lang="en-US" altLang="en-US" sz="1200" b="1">
                        <a:solidFill>
                          <a:srgbClr val="FFFFFF"/>
                        </a:solidFill>
                        <a:latin typeface="メイリオ" panose="020B0604030504040204" pitchFamily="50" charset="-128"/>
                      </a:endParaRPr>
                    </a:p>
                  </a:txBody>
                  <a:tcPr marL="12700" marR="12700" marT="12700" anchor="ctr">
                    <a:solidFill>
                      <a:srgbClr val="8064A2"/>
                    </a:solidFill>
                  </a:tcPr>
                </a:tc>
                <a:tc>
                  <a:txBody>
                    <a:bodyPr/>
                    <a:lstStyle/>
                    <a:p>
                      <a:pPr indent="0" algn="r">
                        <a:buNone/>
                      </a:pPr>
                      <a:endParaRPr lang="en-US" altLang="en-US" sz="1200" b="1">
                        <a:solidFill>
                          <a:srgbClr val="FFFFFF"/>
                        </a:solidFill>
                        <a:latin typeface="メイリオ" panose="020B0604030504040204" pitchFamily="50" charset="-128"/>
                      </a:endParaRPr>
                    </a:p>
                  </a:txBody>
                  <a:tcPr marL="12700" marR="12700" marT="12700" anchor="ctr">
                    <a:solidFill>
                      <a:srgbClr val="8064A2"/>
                    </a:solidFill>
                  </a:tcPr>
                </a:tc>
                <a:tc>
                  <a:txBody>
                    <a:bodyPr/>
                    <a:lstStyle/>
                    <a:p>
                      <a:pPr indent="0" algn="r">
                        <a:buNone/>
                      </a:pPr>
                      <a:r>
                        <a:rPr lang="en-US" sz="1200" b="1">
                          <a:solidFill>
                            <a:srgbClr val="FFFFFF"/>
                          </a:solidFill>
                          <a:latin typeface="メイリオ" panose="020B0604030504040204" pitchFamily="50" charset="-128"/>
                        </a:rPr>
                        <a:t>{{tot.cost}}</a:t>
                      </a:r>
                      <a:endParaRPr lang="en-US" altLang="en-US" sz="1200" b="1">
                        <a:solidFill>
                          <a:srgbClr val="FFFFFF"/>
                        </a:solidFill>
                        <a:latin typeface="メイリオ" panose="020B0604030504040204" pitchFamily="50" charset="-128"/>
                      </a:endParaRPr>
                    </a:p>
                  </a:txBody>
                  <a:tcPr marL="12700" marR="12700" marT="12700" anchor="ctr">
                    <a:solidFill>
                      <a:srgbClr val="8064A2"/>
                    </a:solidFill>
                  </a:tcPr>
                </a:tc>
                <a:tc>
                  <a:txBody>
                    <a:bodyPr/>
                    <a:lstStyle/>
                    <a:p>
                      <a:pPr indent="0" algn="r">
                        <a:buNone/>
                      </a:pPr>
                      <a:r>
                        <a:rPr lang="en-US" sz="1200" b="1">
                          <a:solidFill>
                            <a:srgbClr val="FFFFFF"/>
                          </a:solidFill>
                          <a:latin typeface="メイリオ" panose="020B0604030504040204" pitchFamily="50" charset="-128"/>
                        </a:rPr>
                        <a:t>{{tot.pt}}</a:t>
                      </a:r>
                      <a:endParaRPr lang="en-US" altLang="en-US" sz="1200" b="1">
                        <a:solidFill>
                          <a:srgbClr val="FFFFFF"/>
                        </a:solidFill>
                        <a:latin typeface="メイリオ" panose="020B0604030504040204" pitchFamily="50" charset="-128"/>
                      </a:endParaRPr>
                    </a:p>
                  </a:txBody>
                  <a:tcPr marL="12700" marR="12700" marT="12700" anchor="ctr">
                    <a:solidFill>
                      <a:srgbClr val="8064A2"/>
                    </a:solidFill>
                  </a:tcPr>
                </a:tc>
                <a:tc>
                  <a:txBody>
                    <a:bodyPr/>
                    <a:lstStyle/>
                    <a:p>
                      <a:pPr indent="0" algn="r">
                        <a:buNone/>
                      </a:pPr>
                      <a:endParaRPr lang="en-US" altLang="en-US" sz="1200" b="1">
                        <a:solidFill>
                          <a:srgbClr val="FFFFFF"/>
                        </a:solidFill>
                        <a:latin typeface="メイリオ" panose="020B0604030504040204" pitchFamily="50" charset="-128"/>
                      </a:endParaRPr>
                    </a:p>
                  </a:txBody>
                  <a:tcPr marL="12700" marR="12700" marT="12700" anchor="ctr">
                    <a:solidFill>
                      <a:srgbClr val="8064A2"/>
                    </a:solidFill>
                  </a:tcPr>
                </a:tc>
                <a:extLst>
                  <a:ext uri="{0D108BD9-81ED-4DB2-BD59-A6C34878D82A}">
                    <a16:rowId xmlns:a16="http://schemas.microsoft.com/office/drawing/2014/main" val="10011"/>
                  </a:ext>
                </a:extLst>
              </a:tr>
            </a:tbl>
          </a:graphicData>
        </a:graphic>
      </p:graphicFrame>
      <p:graphicFrame>
        <p:nvGraphicFramePr>
          <p:cNvPr id="6" name="Object 3"/>
          <p:cNvGraphicFramePr>
            <a:graphicFrameLocks noChangeAspect="1"/>
          </p:cNvGraphicFramePr>
          <p:nvPr/>
        </p:nvGraphicFramePr>
        <p:xfrm>
          <a:off x="5280660" y="920115"/>
          <a:ext cx="6354445" cy="2790825"/>
        </p:xfrm>
        <a:graphic>
          <a:graphicData uri="http://schemas.openxmlformats.org/drawingml/2006/chart">
            <c:chart xmlns:c="http://schemas.openxmlformats.org/drawingml/2006/chart" xmlns:r="http://schemas.openxmlformats.org/officeDocument/2006/relationships" r:id="rId3"/>
          </a:graphicData>
        </a:graphic>
      </p:graphicFrame>
      <p:sp>
        <p:nvSpPr>
          <p:cNvPr id="25" name="Text Box 575"/>
          <p:cNvSpPr txBox="1">
            <a:spLocks noChangeArrowheads="1"/>
          </p:cNvSpPr>
          <p:nvPr/>
        </p:nvSpPr>
        <p:spPr bwMode="auto">
          <a:xfrm>
            <a:off x="5280753" y="627655"/>
            <a:ext cx="14303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ja-JP" altLang="en-US" sz="1400" dirty="0">
                <a:ea typeface="HGP創英角ｺﾞｼｯｸUB" panose="020B0900000000000000" pitchFamily="50" charset="-128"/>
              </a:rPr>
              <a:t>＜グラフ＞</a:t>
            </a:r>
          </a:p>
        </p:txBody>
      </p:sp>
      <p:graphicFrame>
        <p:nvGraphicFramePr>
          <p:cNvPr id="5" name="Group 583"/>
          <p:cNvGraphicFramePr>
            <a:graphicFrameLocks noGrp="1"/>
          </p:cNvGraphicFramePr>
          <p:nvPr/>
        </p:nvGraphicFramePr>
        <p:xfrm>
          <a:off x="773102" y="1116000"/>
          <a:ext cx="2818336" cy="1524000"/>
        </p:xfrm>
        <a:graphic>
          <a:graphicData uri="http://schemas.openxmlformats.org/drawingml/2006/table">
            <a:tbl>
              <a:tblPr/>
              <a:tblGrid>
                <a:gridCol w="1584758">
                  <a:extLst>
                    <a:ext uri="{9D8B030D-6E8A-4147-A177-3AD203B41FA5}">
                      <a16:colId xmlns:a16="http://schemas.microsoft.com/office/drawing/2014/main" val="20000"/>
                    </a:ext>
                  </a:extLst>
                </a:gridCol>
                <a:gridCol w="1233578">
                  <a:extLst>
                    <a:ext uri="{9D8B030D-6E8A-4147-A177-3AD203B41FA5}">
                      <a16:colId xmlns:a16="http://schemas.microsoft.com/office/drawing/2014/main" val="20001"/>
                    </a:ext>
                  </a:extLst>
                </a:gridCol>
              </a:tblGrid>
              <a:tr h="15875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ja-JP" altLang="en-US" sz="1400" b="0" i="0" u="none" strike="noStrike" cap="none" normalizeH="0" baseline="0" dirty="0">
                          <a:ln>
                            <a:noFill/>
                          </a:ln>
                          <a:solidFill>
                            <a:schemeClr val="tx1"/>
                          </a:solidFill>
                          <a:effectLst/>
                          <a:latin typeface="Arial" panose="020B0604020202020204" pitchFamily="34" charset="0"/>
                          <a:ea typeface="HGP創英角ｺﾞｼｯｸUB" panose="020B0900000000000000" pitchFamily="50" charset="-128"/>
                        </a:rPr>
                        <a:t>平均単価</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r">
                        <a:buNone/>
                      </a:pPr>
                      <a:r>
                        <a:rPr lang="en-US" sz="1200" b="1">
                          <a:solidFill>
                            <a:srgbClr val="A50021"/>
                          </a:solidFill>
                          <a:latin typeface="Arial" panose="020B0604020202020204" pitchFamily="34" charset="0"/>
                        </a:rPr>
                        <a:t>{{kpi.price}}</a:t>
                      </a:r>
                      <a:endParaRPr lang="en-US" altLang="en-US" sz="1200" b="1">
                        <a:solidFill>
                          <a:srgbClr val="A50021"/>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0338">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ja-JP" altLang="en-US" sz="1400" b="0" i="0" u="none" strike="noStrike" cap="none" normalizeH="0" baseline="0" dirty="0">
                          <a:ln>
                            <a:noFill/>
                          </a:ln>
                          <a:solidFill>
                            <a:schemeClr val="tx1"/>
                          </a:solidFill>
                          <a:effectLst/>
                          <a:latin typeface="Arial" panose="020B0604020202020204" pitchFamily="34" charset="0"/>
                          <a:ea typeface="HGP創英角ｺﾞｼｯｸUB" panose="020B0900000000000000" pitchFamily="50" charset="-128"/>
                        </a:rPr>
                        <a:t>損益分岐点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r">
                        <a:buNone/>
                      </a:pPr>
                      <a:r>
                        <a:rPr lang="zh-CN" sz="1200" b="1">
                          <a:solidFill>
                            <a:srgbClr val="A50021"/>
                          </a:solidFill>
                          <a:cs typeface="Arial" panose="020B0604020202020204" pitchFamily="34" charset="0"/>
                        </a:rPr>
                        <a:t>{{kpi.be}}</a:t>
                      </a:r>
                      <a:endParaRPr lang="en-US" altLang="en-US" sz="1200" b="1">
                        <a:solidFill>
                          <a:srgbClr val="A50021"/>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ja-JP" altLang="en-US" sz="1400" b="0" i="0" u="none" strike="noStrike" cap="none" normalizeH="0" baseline="0" dirty="0">
                          <a:ln>
                            <a:noFill/>
                          </a:ln>
                          <a:solidFill>
                            <a:schemeClr val="tx1"/>
                          </a:solidFill>
                          <a:effectLst/>
                          <a:latin typeface="Arial" panose="020B0604020202020204" pitchFamily="34" charset="0"/>
                          <a:ea typeface="HGP創英角ｺﾞｼｯｸUB" panose="020B0900000000000000" pitchFamily="50" charset="-128"/>
                        </a:rPr>
                        <a:t>実質最大会員数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r">
                        <a:buNone/>
                      </a:pPr>
                      <a:r>
                        <a:rPr lang="zh-CN" sz="1200" b="1">
                          <a:solidFill>
                            <a:srgbClr val="A50021"/>
                          </a:solidFill>
                          <a:cs typeface="Arial" panose="020B0604020202020204" pitchFamily="34" charset="0"/>
                        </a:rPr>
                        <a:t>{{kpi.max}}</a:t>
                      </a:r>
                      <a:endParaRPr lang="en-US" altLang="en-US" sz="1200" b="1">
                        <a:solidFill>
                          <a:srgbClr val="A50021"/>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2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ja-JP" altLang="en-US" sz="1400" b="0" i="0" u="none" strike="noStrike" cap="none" normalizeH="0" baseline="0" dirty="0">
                          <a:ln>
                            <a:noFill/>
                          </a:ln>
                          <a:solidFill>
                            <a:schemeClr val="tx1"/>
                          </a:solidFill>
                          <a:effectLst/>
                          <a:latin typeface="Arial" panose="020B0604020202020204" pitchFamily="34" charset="0"/>
                          <a:ea typeface="HGP創英角ｺﾞｼｯｸUB" panose="020B0900000000000000" pitchFamily="50" charset="-128"/>
                        </a:rPr>
                        <a:t>同時利用人数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r">
                        <a:buNone/>
                      </a:pPr>
                      <a:r>
                        <a:rPr lang="zh-CN" sz="1200" b="1">
                          <a:solidFill>
                            <a:srgbClr val="A50021"/>
                          </a:solidFill>
                          <a:cs typeface="Arial" panose="020B0604020202020204" pitchFamily="34" charset="0"/>
                        </a:rPr>
                        <a:t>{{kpi.cc}}</a:t>
                      </a:r>
                      <a:endParaRPr lang="en-US" altLang="en-US" sz="1200" b="1">
                        <a:solidFill>
                          <a:srgbClr val="A50021"/>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2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ja-JP" altLang="en-US" sz="1400" b="0" i="0" u="none" strike="noStrike" cap="none" normalizeH="0" baseline="0" dirty="0">
                          <a:ln>
                            <a:noFill/>
                          </a:ln>
                          <a:solidFill>
                            <a:schemeClr val="tx1"/>
                          </a:solidFill>
                          <a:effectLst/>
                          <a:latin typeface="Arial" panose="020B0604020202020204" pitchFamily="34" charset="0"/>
                          <a:ea typeface="HGP創英角ｺﾞｼｯｸUB" panose="020B0900000000000000" pitchFamily="50" charset="-128"/>
                        </a:rPr>
                        <a:t>駐車場必要数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r">
                        <a:buNone/>
                      </a:pPr>
                      <a:r>
                        <a:rPr lang="en-US" sz="1200" b="1">
                          <a:solidFill>
                            <a:srgbClr val="A50021"/>
                          </a:solidFill>
                          <a:latin typeface="Arial" panose="020B0604020202020204" pitchFamily="34" charset="0"/>
                        </a:rPr>
                        <a:t>{{kpi.park}}</a:t>
                      </a:r>
                      <a:endParaRPr lang="en-US" altLang="en-US" sz="1200" b="1">
                        <a:solidFill>
                          <a:srgbClr val="A50021"/>
                        </a:solidFill>
                        <a:latin typeface="Arial" panose="020B0604020202020204" pitchFamily="34" charset="0"/>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 name="Text Box 575"/>
          <p:cNvSpPr txBox="1">
            <a:spLocks noChangeArrowheads="1"/>
          </p:cNvSpPr>
          <p:nvPr/>
        </p:nvSpPr>
        <p:spPr bwMode="auto">
          <a:xfrm>
            <a:off x="772795" y="2915920"/>
            <a:ext cx="4323715"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人あたり週</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2</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回利用</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・平均滞在時間</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時間　</a:t>
            </a:r>
            <a:endParaRPr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a:p>
            <a:pPr>
              <a:spcBef>
                <a:spcPct val="50000"/>
              </a:spcBef>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・必要面積</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3</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坪</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人と仮定</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・駐車場の利用率は</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80</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％と仮定</a:t>
            </a:r>
          </a:p>
          <a:p>
            <a:pPr>
              <a:spcBef>
                <a:spcPct val="50000"/>
              </a:spcBef>
            </a:pPr>
            <a:r>
              <a:rPr lang="en-US" altLang="ja-JP" sz="11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sym typeface="+mn-ea"/>
              </a:rPr>
              <a:t>※</a:t>
            </a:r>
            <a:r>
              <a:rPr lang="ja-JP" altLang="en-US" sz="11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sym typeface="+mn-ea"/>
              </a:rPr>
              <a:t>損益分岐点に広告費は加味されておりません。</a:t>
            </a:r>
          </a:p>
        </p:txBody>
      </p:sp>
      <p:sp>
        <p:nvSpPr>
          <p:cNvPr id="2" name="Text Box 575"/>
          <p:cNvSpPr txBox="1">
            <a:spLocks noChangeArrowheads="1"/>
          </p:cNvSpPr>
          <p:nvPr/>
        </p:nvSpPr>
        <p:spPr bwMode="auto">
          <a:xfrm>
            <a:off x="1007110" y="6526530"/>
            <a:ext cx="9998075" cy="245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ja-JP" sz="10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sym typeface="+mn-ea"/>
              </a:rPr>
              <a:t>※</a:t>
            </a:r>
            <a:r>
              <a:rPr lang="ja-JP" altLang="en-US" sz="10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sym typeface="+mn-ea"/>
              </a:rPr>
              <a:t>広告費・ロイヤリティー・会員利用料・決済手数料・各オプション売上シェアを含んだ収支となります。減価償却費は加味されておりません。</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575"/>
          <p:cNvSpPr txBox="1">
            <a:spLocks noChangeArrowheads="1"/>
          </p:cNvSpPr>
          <p:nvPr/>
        </p:nvSpPr>
        <p:spPr bwMode="auto">
          <a:xfrm>
            <a:off x="210820" y="5704205"/>
            <a:ext cx="763651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indent="0" algn="l">
              <a:spcBef>
                <a:spcPct val="50000"/>
              </a:spcBef>
              <a:buFont typeface="Wingdings" panose="05000000000000000000" charset="0"/>
              <a:buNone/>
            </a:pPr>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※広告予算は一例となります。オープン後の集客状況や会員数の推移をふまえ、最適な費用対効果が得られるよう、随時予算の再考・調整をご相談させていただきます。　　　　　　　　　　　　　　　　　　　　　　　　　　　　　　　　　　　　　　</a:t>
            </a:r>
            <a:endParaRPr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Text Box 514"/>
          <p:cNvSpPr txBox="1">
            <a:spLocks noChangeArrowheads="1"/>
          </p:cNvSpPr>
          <p:nvPr/>
        </p:nvSpPr>
        <p:spPr bwMode="auto">
          <a:xfrm>
            <a:off x="205105" y="3566795"/>
            <a:ext cx="122936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ja-JP" altLang="en-US" sz="1600" dirty="0">
                <a:ea typeface="HGP創英角ｺﾞｼｯｸUB" panose="020B0900000000000000" pitchFamily="50" charset="-128"/>
              </a:rPr>
              <a:t>＜予算例＞</a:t>
            </a:r>
          </a:p>
        </p:txBody>
      </p:sp>
      <p:graphicFrame>
        <p:nvGraphicFramePr>
          <p:cNvPr id="19" name="コンテンツプレースホルダ 18"/>
          <p:cNvGraphicFramePr>
            <a:graphicFrameLocks noGrp="1"/>
          </p:cNvGraphicFramePr>
          <p:nvPr>
            <p:ph/>
          </p:nvPr>
        </p:nvGraphicFramePr>
        <p:xfrm>
          <a:off x="200025" y="3903980"/>
          <a:ext cx="7647305" cy="1800180"/>
        </p:xfrm>
        <a:graphic>
          <a:graphicData uri="http://schemas.openxmlformats.org/drawingml/2006/table">
            <a:tbl>
              <a:tblPr firstRow="1" bandRow="1">
                <a:tableStyleId>{5C22544A-7EE6-4342-B048-85BDC9FD1C3A}</a:tableStyleId>
              </a:tblPr>
              <a:tblGrid>
                <a:gridCol w="1200785">
                  <a:extLst>
                    <a:ext uri="{9D8B030D-6E8A-4147-A177-3AD203B41FA5}">
                      <a16:colId xmlns:a16="http://schemas.microsoft.com/office/drawing/2014/main" val="20000"/>
                    </a:ext>
                  </a:extLst>
                </a:gridCol>
                <a:gridCol w="1288415">
                  <a:extLst>
                    <a:ext uri="{9D8B030D-6E8A-4147-A177-3AD203B41FA5}">
                      <a16:colId xmlns:a16="http://schemas.microsoft.com/office/drawing/2014/main" val="20001"/>
                    </a:ext>
                  </a:extLst>
                </a:gridCol>
                <a:gridCol w="1290320">
                  <a:extLst>
                    <a:ext uri="{9D8B030D-6E8A-4147-A177-3AD203B41FA5}">
                      <a16:colId xmlns:a16="http://schemas.microsoft.com/office/drawing/2014/main" val="20002"/>
                    </a:ext>
                  </a:extLst>
                </a:gridCol>
                <a:gridCol w="1289685">
                  <a:extLst>
                    <a:ext uri="{9D8B030D-6E8A-4147-A177-3AD203B41FA5}">
                      <a16:colId xmlns:a16="http://schemas.microsoft.com/office/drawing/2014/main" val="20003"/>
                    </a:ext>
                  </a:extLst>
                </a:gridCol>
                <a:gridCol w="1289685">
                  <a:extLst>
                    <a:ext uri="{9D8B030D-6E8A-4147-A177-3AD203B41FA5}">
                      <a16:colId xmlns:a16="http://schemas.microsoft.com/office/drawing/2014/main" val="20004"/>
                    </a:ext>
                  </a:extLst>
                </a:gridCol>
                <a:gridCol w="1288415">
                  <a:extLst>
                    <a:ext uri="{9D8B030D-6E8A-4147-A177-3AD203B41FA5}">
                      <a16:colId xmlns:a16="http://schemas.microsoft.com/office/drawing/2014/main" val="20005"/>
                    </a:ext>
                  </a:extLst>
                </a:gridCol>
              </a:tblGrid>
              <a:tr h="360045">
                <a:tc>
                  <a:txBody>
                    <a:bodyPr/>
                    <a:lstStyle/>
                    <a:p>
                      <a:pPr indent="0" algn="ctr">
                        <a:buNone/>
                      </a:pPr>
                      <a:endParaRPr lang="zh-CN" altLang="en-US" sz="1200" b="1">
                        <a:solidFill>
                          <a:srgbClr val="FFFFFF"/>
                        </a:solidFill>
                        <a:latin typeface="メイリオ" panose="020B0604030504040204" pitchFamily="50" charset="-128"/>
                        <a:ea typeface="メイリオ" panose="020B0604030504040204" pitchFamily="50" charset="-128"/>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tx2">
                        <a:lumMod val="60000"/>
                        <a:lumOff val="40000"/>
                      </a:schemeClr>
                    </a:solidFill>
                  </a:tcPr>
                </a:tc>
                <a:tc>
                  <a:txBody>
                    <a:bodyPr/>
                    <a:lstStyle/>
                    <a:p>
                      <a:pPr indent="0" algn="ctr">
                        <a:buNone/>
                      </a:pPr>
                      <a:r>
                        <a:rPr lang="zh-CN" sz="1000" b="1">
                          <a:solidFill>
                            <a:srgbClr val="FFFFFF"/>
                          </a:solidFill>
                          <a:latin typeface="メイリオ" panose="020B0604030504040204" pitchFamily="50" charset="-128"/>
                          <a:ea typeface="メイリオ" panose="020B0604030504040204" pitchFamily="50" charset="-128"/>
                        </a:rPr>
                        <a:t>オープン　</a:t>
                      </a:r>
                      <a:r>
                        <a:rPr lang="en-US" altLang="zh-CN" sz="1000" b="1">
                          <a:solidFill>
                            <a:srgbClr val="FFFFFF"/>
                          </a:solidFill>
                          <a:latin typeface="メイリオ" panose="020B0604030504040204" pitchFamily="50" charset="-128"/>
                          <a:ea typeface="メイリオ" panose="020B0604030504040204" pitchFamily="50" charset="-128"/>
                        </a:rPr>
                        <a:t>1</a:t>
                      </a:r>
                      <a:r>
                        <a:rPr lang="zh-CN" sz="1000" b="1">
                          <a:solidFill>
                            <a:srgbClr val="FFFFFF"/>
                          </a:solidFill>
                          <a:latin typeface="メイリオ" panose="020B0604030504040204" pitchFamily="50" charset="-128"/>
                          <a:ea typeface="メイリオ" panose="020B0604030504040204" pitchFamily="50" charset="-128"/>
                        </a:rPr>
                        <a:t>カ月前</a:t>
                      </a:r>
                      <a:endParaRPr lang="zh-CN" altLang="en-US" sz="1000" b="1">
                        <a:solidFill>
                          <a:srgbClr val="FFFFFF"/>
                        </a:solidFill>
                        <a:latin typeface="メイリオ" panose="020B0604030504040204" pitchFamily="50" charset="-128"/>
                        <a:ea typeface="メイリオ" panose="020B0604030504040204" pitchFamily="50" charset="-128"/>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tx2">
                        <a:lumMod val="60000"/>
                        <a:lumOff val="40000"/>
                      </a:schemeClr>
                    </a:solidFill>
                  </a:tcPr>
                </a:tc>
                <a:tc>
                  <a:txBody>
                    <a:bodyPr/>
                    <a:lstStyle/>
                    <a:p>
                      <a:pPr indent="0" algn="ctr">
                        <a:buNone/>
                      </a:pPr>
                      <a:r>
                        <a:rPr lang="zh-CN" sz="1000" b="1">
                          <a:solidFill>
                            <a:srgbClr val="FFFFFF"/>
                          </a:solidFill>
                          <a:latin typeface="メイリオ" panose="020B0604030504040204" pitchFamily="50" charset="-128"/>
                          <a:ea typeface="メイリオ" panose="020B0604030504040204" pitchFamily="50" charset="-128"/>
                        </a:rPr>
                        <a:t>オープン月</a:t>
                      </a:r>
                      <a:endParaRPr lang="zh-CN" altLang="en-US" sz="1000" b="1">
                        <a:solidFill>
                          <a:srgbClr val="FFFFFF"/>
                        </a:solidFill>
                        <a:latin typeface="メイリオ" panose="020B0604030504040204" pitchFamily="50" charset="-128"/>
                        <a:ea typeface="メイリオ" panose="020B0604030504040204" pitchFamily="50" charset="-128"/>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tx2">
                        <a:lumMod val="60000"/>
                        <a:lumOff val="40000"/>
                      </a:schemeClr>
                    </a:solidFill>
                  </a:tcPr>
                </a:tc>
                <a:tc>
                  <a:txBody>
                    <a:bodyPr/>
                    <a:lstStyle/>
                    <a:p>
                      <a:pPr indent="0" algn="ctr">
                        <a:buNone/>
                      </a:pPr>
                      <a:r>
                        <a:rPr lang="zh-CN" sz="1000" b="1">
                          <a:solidFill>
                            <a:srgbClr val="FFFFFF"/>
                          </a:solidFill>
                          <a:latin typeface="メイリオ" panose="020B0604030504040204" pitchFamily="50" charset="-128"/>
                          <a:ea typeface="メイリオ" panose="020B0604030504040204" pitchFamily="50" charset="-128"/>
                          <a:cs typeface="メイリオ" panose="020B0604030504040204" pitchFamily="50" charset="-128"/>
                        </a:rPr>
                        <a:t>オープン　1カ月後</a:t>
                      </a:r>
                      <a:endParaRPr lang="zh-CN" altLang="en-US" sz="1000" b="1">
                        <a:solidFill>
                          <a:srgbClr val="FFFFFF"/>
                        </a:solidFill>
                        <a:latin typeface="メイリオ" panose="020B0604030504040204" pitchFamily="50" charset="-128"/>
                        <a:ea typeface="メイリオ" panose="020B0604030504040204" pitchFamily="50" charset="-128"/>
                        <a:cs typeface="メイリオ" panose="020B0604030504040204" pitchFamily="50" charset="-128"/>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tx2">
                        <a:lumMod val="60000"/>
                        <a:lumOff val="40000"/>
                      </a:schemeClr>
                    </a:solidFill>
                  </a:tcPr>
                </a:tc>
                <a:tc>
                  <a:txBody>
                    <a:bodyPr/>
                    <a:lstStyle/>
                    <a:p>
                      <a:pPr indent="0" algn="ctr">
                        <a:buNone/>
                      </a:pPr>
                      <a:r>
                        <a:rPr lang="zh-CN" sz="1000" b="1">
                          <a:solidFill>
                            <a:srgbClr val="FFFFFF"/>
                          </a:solidFill>
                          <a:latin typeface="メイリオ" panose="020B0604030504040204" pitchFamily="50" charset="-128"/>
                          <a:ea typeface="メイリオ" panose="020B0604030504040204" pitchFamily="50" charset="-128"/>
                        </a:rPr>
                        <a:t>オープン　２カ月後</a:t>
                      </a:r>
                      <a:endParaRPr lang="zh-CN" altLang="en-US" sz="1000" b="1">
                        <a:solidFill>
                          <a:srgbClr val="FFFFFF"/>
                        </a:solidFill>
                        <a:latin typeface="メイリオ" panose="020B0604030504040204" pitchFamily="50" charset="-128"/>
                        <a:ea typeface="メイリオ" panose="020B0604030504040204" pitchFamily="50" charset="-128"/>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tx2">
                        <a:lumMod val="60000"/>
                        <a:lumOff val="40000"/>
                      </a:schemeClr>
                    </a:solidFill>
                  </a:tcPr>
                </a:tc>
                <a:tc>
                  <a:txBody>
                    <a:bodyPr/>
                    <a:lstStyle/>
                    <a:p>
                      <a:pPr indent="0" algn="ctr">
                        <a:buNone/>
                      </a:pPr>
                      <a:r>
                        <a:rPr lang="zh-CN" sz="1000" b="1">
                          <a:solidFill>
                            <a:srgbClr val="FFFFFF"/>
                          </a:solidFill>
                          <a:latin typeface="メイリオ" panose="020B0604030504040204" pitchFamily="50" charset="-128"/>
                          <a:ea typeface="メイリオ" panose="020B0604030504040204" pitchFamily="50" charset="-128"/>
                        </a:rPr>
                        <a:t>オープン　３カ月後</a:t>
                      </a:r>
                      <a:endParaRPr lang="zh-CN" altLang="en-US" sz="1000" b="1">
                        <a:solidFill>
                          <a:srgbClr val="FFFFFF"/>
                        </a:solidFill>
                        <a:latin typeface="メイリオ" panose="020B0604030504040204" pitchFamily="50" charset="-128"/>
                        <a:ea typeface="メイリオ" panose="020B0604030504040204" pitchFamily="50" charset="-128"/>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tx2">
                        <a:lumMod val="60000"/>
                        <a:lumOff val="40000"/>
                      </a:schemeClr>
                    </a:solidFill>
                  </a:tcPr>
                </a:tc>
                <a:extLst>
                  <a:ext uri="{0D108BD9-81ED-4DB2-BD59-A6C34878D82A}">
                    <a16:rowId xmlns:a16="http://schemas.microsoft.com/office/drawing/2014/main" val="10000"/>
                  </a:ext>
                </a:extLst>
              </a:tr>
              <a:tr h="360045">
                <a:tc>
                  <a:txBody>
                    <a:bodyPr/>
                    <a:lstStyle/>
                    <a:p>
                      <a:pPr indent="0" algn="ctr">
                        <a:buNone/>
                      </a:pPr>
                      <a:r>
                        <a:rPr lang="en-US" altLang="zh-CN" sz="1000" b="1">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WEB</a:t>
                      </a:r>
                      <a:r>
                        <a:rPr lang="ja-JP" altLang="en-US" sz="1000" b="1">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広告予算</a:t>
                      </a: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メイリオ" panose="020B0604030504040204" pitchFamily="50" charset="-128"/>
                          <a:ea typeface="メイリオ" panose="020B0604030504040204" pitchFamily="50" charset="-128"/>
                        </a:rPr>
                        <a:t>¥370,000</a:t>
                      </a: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メイリオ" panose="020B0604030504040204" pitchFamily="50" charset="-128"/>
                          <a:ea typeface="メイリオ" panose="020B0604030504040204" pitchFamily="50" charset="-128"/>
                        </a:rPr>
                        <a:t>¥220,000</a:t>
                      </a: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メイリオ" panose="020B0604030504040204" pitchFamily="50" charset="-128"/>
                          <a:ea typeface="メイリオ" panose="020B0604030504040204" pitchFamily="50" charset="-128"/>
                        </a:rPr>
                        <a:t>¥200,000</a:t>
                      </a:r>
                      <a:endParaRPr lang="en-US" altLang="en-US" sz="1200" b="0">
                        <a:solidFill>
                          <a:srgbClr val="000000"/>
                        </a:solidFill>
                        <a:latin typeface="メイリオ" panose="020B0604030504040204" pitchFamily="50" charset="-128"/>
                        <a:ea typeface="メイリオ" panose="020B0604030504040204" pitchFamily="50" charset="-128"/>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メイリオ" panose="020B0604030504040204" pitchFamily="50" charset="-128"/>
                          <a:ea typeface="メイリオ" panose="020B0604030504040204" pitchFamily="50" charset="-128"/>
                        </a:rPr>
                        <a:t>¥200,000</a:t>
                      </a:r>
                      <a:endParaRPr lang="en-US" altLang="en-US" sz="1200" b="0">
                        <a:solidFill>
                          <a:srgbClr val="000000"/>
                        </a:solidFill>
                        <a:latin typeface="メイリオ" panose="020B0604030504040204" pitchFamily="50" charset="-128"/>
                        <a:ea typeface="メイリオ" panose="020B0604030504040204" pitchFamily="50" charset="-128"/>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r>
                        <a:rPr lang="en-US" sz="1200" b="0">
                          <a:solidFill>
                            <a:srgbClr val="000000"/>
                          </a:solidFill>
                          <a:latin typeface="メイリオ" panose="020B0604030504040204" pitchFamily="50" charset="-128"/>
                          <a:ea typeface="メイリオ" panose="020B0604030504040204" pitchFamily="50" charset="-128"/>
                        </a:rPr>
                        <a:t>¥180,000</a:t>
                      </a:r>
                      <a:endParaRPr lang="en-US" altLang="en-US" sz="1200" b="0">
                        <a:solidFill>
                          <a:srgbClr val="000000"/>
                        </a:solidFill>
                        <a:latin typeface="メイリオ" panose="020B0604030504040204" pitchFamily="50" charset="-128"/>
                        <a:ea typeface="メイリオ" panose="020B0604030504040204" pitchFamily="50" charset="-128"/>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0045">
                <a:tc>
                  <a:txBody>
                    <a:bodyPr/>
                    <a:lstStyle/>
                    <a:p>
                      <a:pPr indent="0" algn="ctr">
                        <a:buNone/>
                      </a:pPr>
                      <a:r>
                        <a:rPr lang="ja-JP" altLang="en-US" sz="1000" b="1">
                          <a:solidFill>
                            <a:srgbClr val="000000"/>
                          </a:solidFill>
                          <a:latin typeface="メイリオ" panose="020B0604030504040204" pitchFamily="50" charset="-128"/>
                          <a:ea typeface="メイリオ" panose="020B0604030504040204" pitchFamily="50" charset="-128"/>
                        </a:rPr>
                        <a:t>ポスティング予算</a:t>
                      </a: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r>
                        <a:rPr lang="ja-JP" altLang="en-US" sz="1200" b="0">
                          <a:solidFill>
                            <a:srgbClr val="000000"/>
                          </a:solidFill>
                          <a:latin typeface="メイリオ" panose="020B0604030504040204" pitchFamily="50" charset="-128"/>
                          <a:ea typeface="メイリオ" panose="020B0604030504040204" pitchFamily="50" charset="-128"/>
                        </a:rPr>
                        <a:t>￥</a:t>
                      </a:r>
                      <a:r>
                        <a:rPr lang="en-US" altLang="ja-JP" sz="1200" b="0">
                          <a:solidFill>
                            <a:srgbClr val="000000"/>
                          </a:solidFill>
                          <a:latin typeface="メイリオ" panose="020B0604030504040204" pitchFamily="50" charset="-128"/>
                          <a:ea typeface="メイリオ" panose="020B0604030504040204" pitchFamily="50" charset="-128"/>
                        </a:rPr>
                        <a:t>250,000</a:t>
                      </a: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endParaRPr lang="en-US" altLang="en-US" sz="1200" b="0">
                        <a:solidFill>
                          <a:srgbClr val="000000"/>
                        </a:solidFill>
                        <a:latin typeface="メイリオ" panose="020B0604030504040204" pitchFamily="50" charset="-128"/>
                        <a:ea typeface="メイリオ" panose="020B0604030504040204" pitchFamily="50" charset="-128"/>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endParaRPr lang="en-US" altLang="en-US" sz="1200" b="0">
                        <a:solidFill>
                          <a:srgbClr val="000000"/>
                        </a:solidFill>
                        <a:latin typeface="メイリオ" panose="020B0604030504040204" pitchFamily="50" charset="-128"/>
                        <a:ea typeface="メイリオ" panose="020B0604030504040204" pitchFamily="50" charset="-128"/>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endParaRPr lang="en-US" altLang="en-US" sz="1200" b="0">
                        <a:solidFill>
                          <a:srgbClr val="000000"/>
                        </a:solidFill>
                        <a:latin typeface="メイリオ" panose="020B0604030504040204" pitchFamily="50" charset="-128"/>
                        <a:ea typeface="メイリオ" panose="020B0604030504040204" pitchFamily="50" charset="-128"/>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endParaRPr lang="en-US" altLang="en-US" sz="1200" b="0">
                        <a:solidFill>
                          <a:srgbClr val="000000"/>
                        </a:solidFill>
                        <a:latin typeface="メイリオ" panose="020B0604030504040204" pitchFamily="50" charset="-128"/>
                        <a:ea typeface="メイリオ" panose="020B0604030504040204" pitchFamily="50" charset="-128"/>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045">
                <a:tc>
                  <a:txBody>
                    <a:bodyPr/>
                    <a:lstStyle/>
                    <a:p>
                      <a:pPr indent="0" algn="r">
                        <a:buNone/>
                      </a:pPr>
                      <a:r>
                        <a:rPr lang="zh-CN" sz="1200" b="1">
                          <a:solidFill>
                            <a:srgbClr val="000000"/>
                          </a:solidFill>
                          <a:latin typeface="メイリオ" panose="020B0604030504040204" pitchFamily="50" charset="-128"/>
                          <a:ea typeface="メイリオ" panose="020B0604030504040204" pitchFamily="50" charset="-128"/>
                          <a:sym typeface="+mn-ea"/>
                        </a:rPr>
                        <a:t>合計</a:t>
                      </a:r>
                      <a:endParaRPr lang="zh-CN" altLang="zh-CN" sz="1200" b="1">
                        <a:solidFill>
                          <a:srgbClr val="000000"/>
                        </a:solidFill>
                        <a:latin typeface="メイリオ" panose="020B0604030504040204" pitchFamily="50" charset="-128"/>
                        <a:ea typeface="メイリオ" panose="020B0604030504040204" pitchFamily="50" charset="-128"/>
                        <a:sym typeface="+mn-ea"/>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r>
                        <a:rPr lang="en-US" sz="1200" b="1">
                          <a:solidFill>
                            <a:srgbClr val="000000"/>
                          </a:solidFill>
                          <a:latin typeface="メイリオ" panose="020B0604030504040204" pitchFamily="50" charset="-128"/>
                          <a:ea typeface="メイリオ" panose="020B0604030504040204" pitchFamily="50" charset="-128"/>
                          <a:sym typeface="+mn-ea"/>
                        </a:rPr>
                        <a:t>¥620,000</a:t>
                      </a:r>
                      <a:endParaRPr lang="en-US" altLang="en-US" sz="1200" b="1">
                        <a:solidFill>
                          <a:srgbClr val="000000"/>
                        </a:solidFill>
                        <a:latin typeface="メイリオ" panose="020B0604030504040204" pitchFamily="50" charset="-128"/>
                        <a:ea typeface="メイリオ" panose="020B0604030504040204" pitchFamily="50" charset="-128"/>
                        <a:sym typeface="+mn-ea"/>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r>
                        <a:rPr lang="en-US" sz="1200" b="1">
                          <a:solidFill>
                            <a:srgbClr val="000000"/>
                          </a:solidFill>
                          <a:latin typeface="メイリオ" panose="020B0604030504040204" pitchFamily="50" charset="-128"/>
                          <a:ea typeface="メイリオ" panose="020B0604030504040204" pitchFamily="50" charset="-128"/>
                          <a:sym typeface="+mn-ea"/>
                        </a:rPr>
                        <a:t>¥220,000</a:t>
                      </a:r>
                      <a:endParaRPr lang="en-US" altLang="en-US" sz="1200" b="1">
                        <a:solidFill>
                          <a:srgbClr val="000000"/>
                        </a:solidFill>
                        <a:latin typeface="メイリオ" panose="020B0604030504040204" pitchFamily="50" charset="-128"/>
                        <a:ea typeface="メイリオ" panose="020B0604030504040204" pitchFamily="50" charset="-128"/>
                        <a:sym typeface="+mn-ea"/>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r>
                        <a:rPr lang="en-US" sz="1200" b="1">
                          <a:solidFill>
                            <a:srgbClr val="000000"/>
                          </a:solidFill>
                          <a:latin typeface="メイリオ" panose="020B0604030504040204" pitchFamily="50" charset="-128"/>
                          <a:ea typeface="メイリオ" panose="020B0604030504040204" pitchFamily="50" charset="-128"/>
                        </a:rPr>
                        <a:t>¥200,000</a:t>
                      </a:r>
                      <a:endParaRPr lang="en-US" altLang="en-US" sz="1200" b="1">
                        <a:solidFill>
                          <a:srgbClr val="000000"/>
                        </a:solidFill>
                        <a:latin typeface="メイリオ" panose="020B0604030504040204" pitchFamily="50" charset="-128"/>
                        <a:ea typeface="メイリオ" panose="020B0604030504040204" pitchFamily="50" charset="-128"/>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r>
                        <a:rPr lang="en-US" sz="1200" b="1">
                          <a:solidFill>
                            <a:srgbClr val="000000"/>
                          </a:solidFill>
                          <a:latin typeface="メイリオ" panose="020B0604030504040204" pitchFamily="50" charset="-128"/>
                          <a:ea typeface="メイリオ" panose="020B0604030504040204" pitchFamily="50" charset="-128"/>
                        </a:rPr>
                        <a:t>¥200,000</a:t>
                      </a:r>
                      <a:endParaRPr lang="en-US" altLang="en-US" sz="1200" b="1">
                        <a:solidFill>
                          <a:srgbClr val="000000"/>
                        </a:solidFill>
                        <a:latin typeface="メイリオ" panose="020B0604030504040204" pitchFamily="50" charset="-128"/>
                        <a:ea typeface="メイリオ" panose="020B0604030504040204" pitchFamily="50" charset="-128"/>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r>
                        <a:rPr lang="en-US" sz="1200" b="1">
                          <a:solidFill>
                            <a:srgbClr val="000000"/>
                          </a:solidFill>
                          <a:latin typeface="メイリオ" panose="020B0604030504040204" pitchFamily="50" charset="-128"/>
                          <a:ea typeface="メイリオ" panose="020B0604030504040204" pitchFamily="50" charset="-128"/>
                        </a:rPr>
                        <a:t>¥180,000</a:t>
                      </a:r>
                      <a:endParaRPr lang="en-US" altLang="en-US" sz="1200" b="1">
                        <a:solidFill>
                          <a:srgbClr val="000000"/>
                        </a:solidFill>
                        <a:latin typeface="メイリオ" panose="020B0604030504040204" pitchFamily="50" charset="-128"/>
                        <a:ea typeface="メイリオ" panose="020B0604030504040204" pitchFamily="50" charset="-128"/>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000">
                <a:tc>
                  <a:txBody>
                    <a:bodyPr/>
                    <a:lstStyle/>
                    <a:p>
                      <a:pPr indent="0" algn="r">
                        <a:buNone/>
                      </a:pPr>
                      <a:r>
                        <a:rPr lang="ja-JP" altLang="zh-CN" sz="1200" b="1">
                          <a:solidFill>
                            <a:srgbClr val="000000"/>
                          </a:solidFill>
                          <a:latin typeface="メイリオ" panose="020B0604030504040204" pitchFamily="50" charset="-128"/>
                          <a:ea typeface="メイリオ" panose="020B0604030504040204" pitchFamily="50" charset="-128"/>
                        </a:rPr>
                        <a:t>予算</a:t>
                      </a:r>
                      <a:r>
                        <a:rPr lang="zh-CN" sz="1200" b="1">
                          <a:solidFill>
                            <a:srgbClr val="000000"/>
                          </a:solidFill>
                          <a:latin typeface="メイリオ" panose="020B0604030504040204" pitchFamily="50" charset="-128"/>
                          <a:ea typeface="メイリオ" panose="020B0604030504040204" pitchFamily="50" charset="-128"/>
                        </a:rPr>
                        <a:t>合計</a:t>
                      </a:r>
                      <a:endParaRPr lang="zh-CN" altLang="en-US" sz="1200" b="1">
                        <a:solidFill>
                          <a:srgbClr val="000000"/>
                        </a:solidFill>
                        <a:latin typeface="メイリオ" panose="020B0604030504040204" pitchFamily="50" charset="-128"/>
                        <a:ea typeface="メイリオ" panose="020B0604030504040204" pitchFamily="50" charset="-128"/>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endParaRPr lang="en-US" altLang="en-US" sz="1200" b="1">
                        <a:solidFill>
                          <a:srgbClr val="000000"/>
                        </a:solidFill>
                        <a:latin typeface="メイリオ" panose="020B0604030504040204" pitchFamily="50" charset="-128"/>
                        <a:ea typeface="メイリオ" panose="020B0604030504040204" pitchFamily="50" charset="-128"/>
                        <a:sym typeface="+mn-ea"/>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endParaRPr lang="en-US" altLang="en-US" sz="1200" b="1">
                        <a:solidFill>
                          <a:srgbClr val="000000"/>
                        </a:solidFill>
                        <a:latin typeface="メイリオ" panose="020B0604030504040204" pitchFamily="50" charset="-128"/>
                        <a:ea typeface="メイリオ" panose="020B0604030504040204" pitchFamily="50" charset="-128"/>
                        <a:sym typeface="+mn-ea"/>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endParaRPr lang="en-US" altLang="en-US" sz="1200" b="1">
                        <a:solidFill>
                          <a:srgbClr val="000000"/>
                        </a:solidFill>
                        <a:latin typeface="メイリオ" panose="020B0604030504040204" pitchFamily="50" charset="-128"/>
                        <a:ea typeface="メイリオ" panose="020B0604030504040204" pitchFamily="50" charset="-128"/>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endParaRPr lang="en-US" altLang="en-US" sz="1200" b="1">
                        <a:solidFill>
                          <a:srgbClr val="000000"/>
                        </a:solidFill>
                        <a:latin typeface="メイリオ" panose="020B0604030504040204" pitchFamily="50" charset="-128"/>
                        <a:ea typeface="メイリオ" panose="020B0604030504040204" pitchFamily="50" charset="-128"/>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r">
                        <a:buNone/>
                      </a:pPr>
                      <a:r>
                        <a:rPr lang="en-US" sz="1200" b="1">
                          <a:solidFill>
                            <a:srgbClr val="000000"/>
                          </a:solidFill>
                          <a:latin typeface="メイリオ" panose="020B0604030504040204" pitchFamily="50" charset="-128"/>
                          <a:ea typeface="メイリオ" panose="020B0604030504040204" pitchFamily="50" charset="-128"/>
                        </a:rPr>
                        <a:t>¥1420,000</a:t>
                      </a:r>
                      <a:endParaRPr lang="en-US" altLang="en-US" sz="1200" b="1">
                        <a:solidFill>
                          <a:srgbClr val="000000"/>
                        </a:solidFill>
                        <a:latin typeface="メイリオ" panose="020B0604030504040204" pitchFamily="50" charset="-128"/>
                        <a:ea typeface="メイリオ" panose="020B0604030504040204" pitchFamily="50" charset="-128"/>
                      </a:endParaRPr>
                    </a:p>
                  </a:txBody>
                  <a:tcPr marL="12700" marR="12700" marT="1270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 name="テキストボックス 2"/>
          <p:cNvSpPr txBox="1"/>
          <p:nvPr/>
        </p:nvSpPr>
        <p:spPr>
          <a:xfrm>
            <a:off x="162560" y="1068705"/>
            <a:ext cx="7552690" cy="2261870"/>
          </a:xfrm>
          <a:prstGeom prst="rect">
            <a:avLst/>
          </a:prstGeom>
          <a:noFill/>
        </p:spPr>
        <p:txBody>
          <a:bodyPr wrap="square" lIns="0" tIns="0" rIns="0" bIns="0" rtlCol="0" anchor="t">
            <a:noAutofit/>
          </a:bodyPr>
          <a:lstStyle/>
          <a:p>
            <a:pPr algn="just" rtl="0" fontAlgn="base">
              <a:lnSpc>
                <a:spcPct val="125000"/>
              </a:lnSpc>
              <a:spcBef>
                <a:spcPct val="0"/>
              </a:spcBef>
              <a:spcAft>
                <a:spcPct val="0"/>
              </a:spcAft>
            </a:pPr>
            <a:r>
              <a:rPr kumimoji="1" lang="ja-JP" altLang="en-US" sz="1300" b="1" kern="120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デザインから運用まで本部で一括代行で対応させていただきます。</a:t>
            </a:r>
          </a:p>
          <a:p>
            <a:pPr algn="just" rtl="0" fontAlgn="base">
              <a:lnSpc>
                <a:spcPct val="125000"/>
              </a:lnSpc>
              <a:spcBef>
                <a:spcPct val="0"/>
              </a:spcBef>
              <a:spcAft>
                <a:spcPct val="0"/>
              </a:spcAft>
            </a:pPr>
            <a:r>
              <a:rPr kumimoji="1" lang="ja-JP" altLang="en-US" sz="1300" b="1" kern="120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他店舗で集客効果が高かった方法やデザインをもとに運用させて頂きます。</a:t>
            </a:r>
          </a:p>
          <a:p>
            <a:pPr algn="just" rtl="0" fontAlgn="base">
              <a:lnSpc>
                <a:spcPct val="125000"/>
              </a:lnSpc>
              <a:spcBef>
                <a:spcPct val="0"/>
              </a:spcBef>
              <a:spcAft>
                <a:spcPct val="0"/>
              </a:spcAft>
            </a:pPr>
            <a:r>
              <a:rPr kumimoji="1" lang="ja-JP" altLang="en-US" sz="1300" b="1" kern="120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基本的には</a:t>
            </a:r>
            <a:r>
              <a:rPr kumimoji="1" lang="en-US" altLang="ja-JP" sz="1300" b="1" kern="120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google</a:t>
            </a:r>
            <a:r>
              <a:rPr kumimoji="1" lang="ja-JP" altLang="en-US" sz="1300" b="1" kern="120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リスティング、インスタグラムの広告をメインで運用します。</a:t>
            </a:r>
          </a:p>
          <a:p>
            <a:pPr algn="just" rtl="0" fontAlgn="base">
              <a:lnSpc>
                <a:spcPct val="125000"/>
              </a:lnSpc>
              <a:spcBef>
                <a:spcPct val="0"/>
              </a:spcBef>
              <a:spcAft>
                <a:spcPct val="0"/>
              </a:spcAft>
            </a:pPr>
            <a:endParaRPr kumimoji="1" lang="ja-JP" altLang="en-US" sz="1300" b="1" kern="1200">
              <a:solidFill>
                <a:srgbClr val="000000"/>
              </a:solidFill>
              <a:latin typeface="メイリオ" panose="020B0604030504040204" pitchFamily="50" charset="-128"/>
              <a:ea typeface="メイリオ" panose="020B0604030504040204" pitchFamily="50" charset="-128"/>
              <a:cs typeface="メイリオ" panose="020B0604030504040204" pitchFamily="50" charset="-128"/>
            </a:endParaRPr>
          </a:p>
          <a:p>
            <a:pPr algn="just" rtl="0" fontAlgn="base">
              <a:lnSpc>
                <a:spcPct val="125000"/>
              </a:lnSpc>
              <a:spcBef>
                <a:spcPct val="0"/>
              </a:spcBef>
              <a:spcAft>
                <a:spcPct val="0"/>
              </a:spcAft>
            </a:pPr>
            <a:r>
              <a:rPr lang="ja-JP" altLang="en-US" sz="1300" b="1">
                <a:solidFill>
                  <a:srgbClr val="000000"/>
                </a:solidFill>
                <a:latin typeface="メイリオ" panose="020B0604030504040204" pitchFamily="50" charset="-128"/>
                <a:ea typeface="メイリオ" panose="020B0604030504040204" pitchFamily="50" charset="-128"/>
                <a:cs typeface="メイリオ" panose="020B0604030504040204" pitchFamily="50" charset="-128"/>
                <a:sym typeface="+mn-ea"/>
              </a:rPr>
              <a:t>また、オープン前は店舗周辺（</a:t>
            </a:r>
            <a:r>
              <a:rPr lang="en-US" altLang="ja-JP" sz="1300" b="1">
                <a:solidFill>
                  <a:srgbClr val="000000"/>
                </a:solidFill>
                <a:latin typeface="メイリオ" panose="020B0604030504040204" pitchFamily="50" charset="-128"/>
                <a:ea typeface="メイリオ" panose="020B0604030504040204" pitchFamily="50" charset="-128"/>
                <a:cs typeface="メイリオ" panose="020B0604030504040204" pitchFamily="50" charset="-128"/>
                <a:sym typeface="+mn-ea"/>
              </a:rPr>
              <a:t>1</a:t>
            </a:r>
            <a:r>
              <a:rPr lang="ja-JP" altLang="en-US" sz="1300" b="1">
                <a:solidFill>
                  <a:srgbClr val="000000"/>
                </a:solidFill>
                <a:latin typeface="メイリオ" panose="020B0604030504040204" pitchFamily="50" charset="-128"/>
                <a:ea typeface="メイリオ" panose="020B0604030504040204" pitchFamily="50" charset="-128"/>
                <a:cs typeface="メイリオ" panose="020B0604030504040204" pitchFamily="50" charset="-128"/>
                <a:sym typeface="+mn-ea"/>
              </a:rPr>
              <a:t>～３㎞）にポスティング配布を行い周辺での認知拡大をはかります。</a:t>
            </a:r>
            <a:r>
              <a:rPr kumimoji="1" lang="ja-JP" altLang="en-US" sz="1300" b="1" kern="120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オープン前後は集客に一番重要な時期となりますので、広告費を多く掛け積極的に集客を行います。</a:t>
            </a:r>
          </a:p>
          <a:p>
            <a:pPr algn="just" rtl="0" fontAlgn="base">
              <a:lnSpc>
                <a:spcPct val="125000"/>
              </a:lnSpc>
              <a:spcBef>
                <a:spcPct val="0"/>
              </a:spcBef>
              <a:spcAft>
                <a:spcPct val="0"/>
              </a:spcAft>
            </a:pPr>
            <a:endParaRPr kumimoji="1" lang="ja-JP" altLang="en-US" sz="1300" b="1" kern="1200">
              <a:solidFill>
                <a:srgbClr val="000000"/>
              </a:solidFill>
              <a:latin typeface="メイリオ" panose="020B0604030504040204" pitchFamily="50" charset="-128"/>
              <a:ea typeface="メイリオ" panose="020B0604030504040204" pitchFamily="50" charset="-128"/>
              <a:cs typeface="メイリオ" panose="020B0604030504040204" pitchFamily="50" charset="-128"/>
            </a:endParaRPr>
          </a:p>
          <a:p>
            <a:pPr algn="just" rtl="0" fontAlgn="base">
              <a:lnSpc>
                <a:spcPct val="125000"/>
              </a:lnSpc>
              <a:spcBef>
                <a:spcPct val="0"/>
              </a:spcBef>
              <a:spcAft>
                <a:spcPct val="0"/>
              </a:spcAft>
            </a:pPr>
            <a:r>
              <a:rPr kumimoji="1" lang="ja-JP" altLang="en-US" sz="1300" b="1" kern="120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広告予算の</a:t>
            </a:r>
            <a:r>
              <a:rPr kumimoji="1" lang="en-US" altLang="ja-JP" sz="1300" b="1" kern="120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20%</a:t>
            </a:r>
            <a:r>
              <a:rPr kumimoji="1" lang="ja-JP" altLang="en-US" sz="1300" b="1" kern="120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は広告運用管理費</a:t>
            </a:r>
            <a:r>
              <a:rPr kumimoji="1" lang="en-US" altLang="ja-JP" sz="1300" b="1" kern="120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300" b="1" kern="120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クリエイティブ製作費含む</a:t>
            </a:r>
            <a:r>
              <a:rPr kumimoji="1" lang="en-US" altLang="ja-JP" sz="1300" b="1" kern="120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300" b="1" kern="120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とさせて頂きます。</a:t>
            </a:r>
          </a:p>
        </p:txBody>
      </p:sp>
      <p:pic>
        <p:nvPicPr>
          <p:cNvPr id="4" name="図形 3"/>
          <p:cNvPicPr>
            <a:picLocks noChangeAspect="1"/>
          </p:cNvPicPr>
          <p:nvPr/>
        </p:nvPicPr>
        <p:blipFill>
          <a:blip r:embed="rId2"/>
          <a:stretch>
            <a:fillRect/>
          </a:stretch>
        </p:blipFill>
        <p:spPr>
          <a:xfrm>
            <a:off x="7715250" y="1330960"/>
            <a:ext cx="4349115" cy="1800860"/>
          </a:xfrm>
          <a:prstGeom prst="rect">
            <a:avLst/>
          </a:prstGeom>
          <a:ln>
            <a:solidFill>
              <a:schemeClr val="tx1"/>
            </a:solidFill>
          </a:ln>
        </p:spPr>
      </p:pic>
      <p:sp>
        <p:nvSpPr>
          <p:cNvPr id="5" name="Text Box 2"/>
          <p:cNvSpPr txBox="1">
            <a:spLocks noChangeArrowheads="1"/>
          </p:cNvSpPr>
          <p:nvPr/>
        </p:nvSpPr>
        <p:spPr bwMode="auto">
          <a:xfrm>
            <a:off x="584645" y="103962"/>
            <a:ext cx="69119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scene3d>
              <a:camera prst="orthographicFront"/>
              <a:lightRig rig="threePt" dir="t"/>
            </a:scene3d>
          </a:bodyPr>
          <a:lstStyle/>
          <a:p>
            <a:r>
              <a:rPr lang="ja-JP" altLang="en-US" sz="1800" b="1" dirty="0">
                <a:solidFill>
                  <a:schemeClr val="tx1"/>
                </a:solidFill>
                <a:effectLst>
                  <a:outerShdw blurRad="38100" dist="19050" dir="2700000" algn="tl" rotWithShape="0">
                    <a:schemeClr val="dk1">
                      <a:alpha val="40000"/>
                    </a:schemeClr>
                  </a:outerShdw>
                </a:effectLst>
                <a:latin typeface="+mj-ea"/>
                <a:ea typeface="+mj-ea"/>
                <a:cs typeface="メイリオ" panose="020B0604030504040204" pitchFamily="50" charset="-128"/>
              </a:rPr>
              <a:t>広告運用について</a:t>
            </a:r>
          </a:p>
        </p:txBody>
      </p:sp>
      <p:sp>
        <p:nvSpPr>
          <p:cNvPr id="6" name="Line 4"/>
          <p:cNvSpPr>
            <a:spLocks noChangeShapeType="1"/>
          </p:cNvSpPr>
          <p:nvPr/>
        </p:nvSpPr>
        <p:spPr bwMode="auto">
          <a:xfrm flipV="1">
            <a:off x="624840" y="472440"/>
            <a:ext cx="10777220" cy="22860"/>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a:lstStyle/>
          <a:p>
            <a:endParaRPr lang="ja-JP" altLang="en-US"/>
          </a:p>
        </p:txBody>
      </p:sp>
      <p:sp>
        <p:nvSpPr>
          <p:cNvPr id="11" name="テキストボックス 10"/>
          <p:cNvSpPr txBox="1"/>
          <p:nvPr/>
        </p:nvSpPr>
        <p:spPr>
          <a:xfrm>
            <a:off x="9182100" y="1053465"/>
            <a:ext cx="1808480" cy="277495"/>
          </a:xfrm>
          <a:prstGeom prst="rect">
            <a:avLst/>
          </a:prstGeom>
          <a:noFill/>
        </p:spPr>
        <p:txBody>
          <a:bodyPr wrap="square" lIns="0" tIns="0" rIns="0" bIns="0" rtlCol="0" anchor="t">
            <a:noAutofit/>
          </a:bodyPr>
          <a:lstStyle/>
          <a:p>
            <a:pPr algn="just" rtl="0" fontAlgn="base">
              <a:lnSpc>
                <a:spcPct val="125000"/>
              </a:lnSpc>
              <a:spcBef>
                <a:spcPct val="0"/>
              </a:spcBef>
              <a:spcAft>
                <a:spcPct val="0"/>
              </a:spcAft>
            </a:pPr>
            <a:r>
              <a:rPr kumimoji="1" lang="en-US" altLang="ja-JP" sz="1200" b="1" kern="120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google</a:t>
            </a:r>
            <a:r>
              <a:rPr kumimoji="1" lang="ja-JP" altLang="en-US" sz="1200" b="1" kern="120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リスティング</a:t>
            </a:r>
          </a:p>
        </p:txBody>
      </p:sp>
      <p:sp>
        <p:nvSpPr>
          <p:cNvPr id="12" name="テキストボックス 11"/>
          <p:cNvSpPr txBox="1"/>
          <p:nvPr/>
        </p:nvSpPr>
        <p:spPr>
          <a:xfrm>
            <a:off x="8483600" y="5979795"/>
            <a:ext cx="977900" cy="288290"/>
          </a:xfrm>
          <a:prstGeom prst="rect">
            <a:avLst/>
          </a:prstGeom>
          <a:noFill/>
        </p:spPr>
        <p:txBody>
          <a:bodyPr wrap="square" lIns="0" tIns="0" rIns="0" bIns="0" rtlCol="0" anchor="t">
            <a:noAutofit/>
          </a:bodyPr>
          <a:lstStyle/>
          <a:p>
            <a:pPr algn="just" rtl="0" fontAlgn="base">
              <a:lnSpc>
                <a:spcPct val="125000"/>
              </a:lnSpc>
              <a:spcBef>
                <a:spcPct val="0"/>
              </a:spcBef>
              <a:spcAft>
                <a:spcPct val="0"/>
              </a:spcAft>
            </a:pPr>
            <a:r>
              <a:rPr kumimoji="1" lang="ja-JP" altLang="en-US" sz="1200" b="1" kern="1200">
                <a:solidFill>
                  <a:srgbClr val="000000"/>
                </a:solidFill>
                <a:latin typeface="メイリオ" panose="020B0604030504040204" pitchFamily="50" charset="-128"/>
                <a:ea typeface="メイリオ" panose="020B0604030504040204" pitchFamily="50" charset="-128"/>
              </a:rPr>
              <a:t>ポスティング</a:t>
            </a:r>
          </a:p>
        </p:txBody>
      </p:sp>
      <p:sp>
        <p:nvSpPr>
          <p:cNvPr id="13" name="テキストボックス 12"/>
          <p:cNvSpPr txBox="1"/>
          <p:nvPr/>
        </p:nvSpPr>
        <p:spPr>
          <a:xfrm>
            <a:off x="10480675" y="5979795"/>
            <a:ext cx="1141730" cy="313690"/>
          </a:xfrm>
          <a:prstGeom prst="rect">
            <a:avLst/>
          </a:prstGeom>
          <a:noFill/>
        </p:spPr>
        <p:txBody>
          <a:bodyPr wrap="square" lIns="0" tIns="0" rIns="0" bIns="0" rtlCol="0" anchor="t">
            <a:noAutofit/>
          </a:bodyPr>
          <a:lstStyle/>
          <a:p>
            <a:pPr algn="just" rtl="0" fontAlgn="base">
              <a:lnSpc>
                <a:spcPct val="125000"/>
              </a:lnSpc>
              <a:spcBef>
                <a:spcPct val="0"/>
              </a:spcBef>
              <a:spcAft>
                <a:spcPct val="0"/>
              </a:spcAft>
            </a:pPr>
            <a:r>
              <a:rPr kumimoji="1" lang="ja-JP" altLang="en-US" sz="1200" b="1" kern="1200">
                <a:solidFill>
                  <a:srgbClr val="000000"/>
                </a:solidFill>
                <a:latin typeface="メイリオ" panose="020B0604030504040204" pitchFamily="50" charset="-128"/>
                <a:ea typeface="メイリオ" panose="020B0604030504040204" pitchFamily="50" charset="-128"/>
              </a:rPr>
              <a:t>インスタグラム</a:t>
            </a:r>
          </a:p>
        </p:txBody>
      </p:sp>
      <p:pic>
        <p:nvPicPr>
          <p:cNvPr id="9" name="図形 8" descr="OP後_圧倒的"/>
          <p:cNvPicPr/>
          <p:nvPr/>
        </p:nvPicPr>
        <p:blipFill>
          <a:blip r:embed="rId3"/>
          <a:stretch>
            <a:fillRect/>
          </a:stretch>
        </p:blipFill>
        <p:spPr>
          <a:xfrm>
            <a:off x="10097135" y="3956685"/>
            <a:ext cx="2026800" cy="2023200"/>
          </a:xfrm>
          <a:prstGeom prst="rect">
            <a:avLst/>
          </a:prstGeom>
        </p:spPr>
      </p:pic>
      <p:pic>
        <p:nvPicPr>
          <p:cNvPr id="15" name="図形 14"/>
          <p:cNvPicPr/>
          <p:nvPr/>
        </p:nvPicPr>
        <p:blipFill>
          <a:blip r:embed="rId4"/>
          <a:stretch>
            <a:fillRect/>
          </a:stretch>
        </p:blipFill>
        <p:spPr>
          <a:xfrm>
            <a:off x="8039735" y="3369945"/>
            <a:ext cx="1864800" cy="2610000"/>
          </a:xfrm>
          <a:prstGeom prst="rect">
            <a:avLst/>
          </a:prstGeom>
        </p:spPr>
      </p:pic>
      <p:sp>
        <p:nvSpPr>
          <p:cNvPr id="2" name="テキスト ボックス 1"/>
          <p:cNvSpPr txBox="1"/>
          <p:nvPr/>
        </p:nvSpPr>
        <p:spPr>
          <a:xfrm>
            <a:off x="7185025" y="3566795"/>
            <a:ext cx="662305" cy="441325"/>
          </a:xfrm>
          <a:prstGeom prst="rect">
            <a:avLst/>
          </a:prstGeom>
          <a:noFill/>
        </p:spPr>
        <p:txBody>
          <a:bodyPr wrap="square" lIns="0" tIns="0" rIns="0" bIns="0" rtlCol="0" anchor="t">
            <a:noAutofit/>
          </a:bodyPr>
          <a:lstStyle/>
          <a:p>
            <a:pPr algn="just" rtl="0" fontAlgn="base">
              <a:lnSpc>
                <a:spcPct val="125000"/>
              </a:lnSpc>
              <a:spcBef>
                <a:spcPct val="0"/>
              </a:spcBef>
              <a:spcAft>
                <a:spcPct val="0"/>
              </a:spcAft>
            </a:pPr>
            <a:r>
              <a:rPr kumimoji="1" lang="ja-JP" altLang="en-US" sz="1400" b="1" kern="1200">
                <a:solidFill>
                  <a:srgbClr val="000000"/>
                </a:solidFill>
                <a:latin typeface="ＭＳ Ｐゴシック" panose="020B0600070205080204" pitchFamily="50" charset="-128"/>
                <a:ea typeface="ＭＳ Ｐゴシック" panose="020B0600070205080204" pitchFamily="50" charset="-128"/>
              </a:rPr>
              <a:t>（税抜）</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p:cNvSpPr>
            <a:spLocks noGrp="1"/>
          </p:cNvSpPr>
          <p:nvPr>
            <p:ph type="sldNum" sz="quarter" idx="11"/>
          </p:nvPr>
        </p:nvSpPr>
        <p:spPr>
          <a:xfrm>
            <a:off x="11402851" y="6383738"/>
            <a:ext cx="358375" cy="195819"/>
          </a:xfrm>
        </p:spPr>
        <p:txBody>
          <a:bodyPr/>
          <a:lstStyle/>
          <a:p>
            <a:r>
              <a:rPr lang="en-US" altLang="ja-JP"/>
              <a:t> </a:t>
            </a:r>
            <a:fld id="{E47F362B-8703-457A-B277-89C556142927}" type="slidenum">
              <a:rPr lang="en-US" altLang="ja-JP"/>
              <a:t>10</a:t>
            </a:fld>
            <a:endParaRPr lang="en-US" altLang="ja-JP"/>
          </a:p>
        </p:txBody>
      </p:sp>
      <p:sp>
        <p:nvSpPr>
          <p:cNvPr id="2" name="Text Box 2"/>
          <p:cNvSpPr txBox="1">
            <a:spLocks noChangeArrowheads="1"/>
          </p:cNvSpPr>
          <p:nvPr/>
        </p:nvSpPr>
        <p:spPr bwMode="auto">
          <a:xfrm>
            <a:off x="584645" y="103962"/>
            <a:ext cx="69119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scene3d>
              <a:camera prst="orthographicFront"/>
              <a:lightRig rig="threePt" dir="t"/>
            </a:scene3d>
          </a:bodyPr>
          <a:lstStyle/>
          <a:p>
            <a:r>
              <a:rPr lang="ja-JP" altLang="en-US" sz="1800" b="1" dirty="0">
                <a:solidFill>
                  <a:schemeClr val="tx1"/>
                </a:solidFill>
                <a:effectLst>
                  <a:outerShdw blurRad="38100" dist="19050" dir="2700000" algn="tl" rotWithShape="0">
                    <a:schemeClr val="dk1">
                      <a:alpha val="40000"/>
                    </a:schemeClr>
                  </a:outerShdw>
                </a:effectLst>
                <a:latin typeface="+mj-ea"/>
                <a:ea typeface="+mj-ea"/>
                <a:cs typeface="メイリオ" panose="020B0604030504040204" pitchFamily="50" charset="-128"/>
              </a:rPr>
              <a:t>売上からご入金までのフロー</a:t>
            </a:r>
          </a:p>
        </p:txBody>
      </p:sp>
      <p:sp>
        <p:nvSpPr>
          <p:cNvPr id="4" name="Line 4"/>
          <p:cNvSpPr>
            <a:spLocks noChangeShapeType="1"/>
          </p:cNvSpPr>
          <p:nvPr/>
        </p:nvSpPr>
        <p:spPr bwMode="auto">
          <a:xfrm flipV="1">
            <a:off x="624840" y="472440"/>
            <a:ext cx="10777220" cy="22860"/>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a:lstStyle/>
          <a:p>
            <a:endParaRPr lang="ja-JP" altLang="en-US"/>
          </a:p>
        </p:txBody>
      </p:sp>
      <p:grpSp>
        <p:nvGrpSpPr>
          <p:cNvPr id="11" name="グループ化 10"/>
          <p:cNvGrpSpPr/>
          <p:nvPr/>
        </p:nvGrpSpPr>
        <p:grpSpPr>
          <a:xfrm>
            <a:off x="4274820" y="1181100"/>
            <a:ext cx="2631440" cy="1694925"/>
            <a:chOff x="7038198" y="2440844"/>
            <a:chExt cx="2631520" cy="1776321"/>
          </a:xfrm>
        </p:grpSpPr>
        <p:sp>
          <p:nvSpPr>
            <p:cNvPr id="14" name="Google Shape;110;p8"/>
            <p:cNvSpPr txBox="1"/>
            <p:nvPr/>
          </p:nvSpPr>
          <p:spPr>
            <a:xfrm>
              <a:off x="7038198" y="3575628"/>
              <a:ext cx="2631520" cy="641537"/>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dirty="0" err="1">
                  <a:solidFill>
                    <a:srgbClr val="000000"/>
                  </a:solidFill>
                  <a:latin typeface="メイリオ" panose="020B0604030504040204" pitchFamily="50" charset="-128"/>
                  <a:ea typeface="メイリオ" panose="020B0604030504040204" pitchFamily="50" charset="-128"/>
                  <a:cs typeface="メイリオ" panose="020B0604030504040204" pitchFamily="50" charset="-128"/>
                  <a:sym typeface="Arial" panose="020B0604020202020204"/>
                </a:rPr>
                <a:t>FC本部</a:t>
              </a:r>
              <a:endParaRPr sz="1400" b="1" i="0" u="none" strike="noStrike" cap="none"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dirty="0" err="1">
                  <a:solidFill>
                    <a:srgbClr val="000000"/>
                  </a:solidFill>
                  <a:latin typeface="メイリオ" panose="020B0604030504040204" pitchFamily="50" charset="-128"/>
                  <a:ea typeface="メイリオ" panose="020B0604030504040204" pitchFamily="50" charset="-128"/>
                  <a:cs typeface="メイリオ" panose="020B0604030504040204" pitchFamily="50" charset="-128"/>
                  <a:sym typeface="Arial" panose="020B0604020202020204"/>
                </a:rPr>
                <a:t>エーイーシー株式会社</a:t>
              </a:r>
              <a:endParaRPr sz="1400" b="1" i="0" u="none" strike="noStrike" cap="none"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sym typeface="Arial" panose="020B0604020202020204"/>
              </a:endParaRPr>
            </a:p>
          </p:txBody>
        </p:sp>
        <p:pic>
          <p:nvPicPr>
            <p:cNvPr id="16" name="Google Shape;117;p8"/>
            <p:cNvPicPr preferRelativeResize="0"/>
            <p:nvPr/>
          </p:nvPicPr>
          <p:blipFill rotWithShape="1">
            <a:blip r:embed="rId3"/>
            <a:srcRect/>
            <a:stretch>
              <a:fillRect/>
            </a:stretch>
          </p:blipFill>
          <p:spPr>
            <a:xfrm>
              <a:off x="7755920" y="2440844"/>
              <a:ext cx="1114875" cy="1134784"/>
            </a:xfrm>
            <a:prstGeom prst="rect">
              <a:avLst/>
            </a:prstGeom>
            <a:noFill/>
            <a:ln>
              <a:noFill/>
            </a:ln>
          </p:spPr>
        </p:pic>
      </p:grpSp>
      <p:grpSp>
        <p:nvGrpSpPr>
          <p:cNvPr id="21" name="Google Shape;111;p8"/>
          <p:cNvGrpSpPr/>
          <p:nvPr/>
        </p:nvGrpSpPr>
        <p:grpSpPr>
          <a:xfrm>
            <a:off x="8849489" y="934720"/>
            <a:ext cx="1611516" cy="2009617"/>
            <a:chOff x="3232193" y="2108270"/>
            <a:chExt cx="1611516" cy="2009617"/>
          </a:xfrm>
        </p:grpSpPr>
        <p:sp>
          <p:nvSpPr>
            <p:cNvPr id="22" name="Google Shape;112;p8"/>
            <p:cNvSpPr txBox="1"/>
            <p:nvPr/>
          </p:nvSpPr>
          <p:spPr>
            <a:xfrm>
              <a:off x="3232193" y="3721012"/>
              <a:ext cx="1611516" cy="396875"/>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dirty="0" err="1">
                  <a:solidFill>
                    <a:srgbClr val="000000"/>
                  </a:solidFill>
                  <a:latin typeface="メイリオ" panose="020B0604030504040204" pitchFamily="50" charset="-128"/>
                  <a:ea typeface="メイリオ" panose="020B0604030504040204" pitchFamily="50" charset="-128"/>
                  <a:cs typeface="Arial" panose="020B0604020202020204"/>
                  <a:sym typeface="Arial" panose="020B0604020202020204"/>
                </a:rPr>
                <a:t>オーナー様</a:t>
              </a:r>
              <a:endParaRPr sz="1400" b="1" i="0" u="none" strike="noStrike" cap="none" dirty="0">
                <a:solidFill>
                  <a:srgbClr val="000000"/>
                </a:solidFill>
                <a:latin typeface="メイリオ" panose="020B0604030504040204" pitchFamily="50" charset="-128"/>
                <a:ea typeface="メイリオ" panose="020B0604030504040204" pitchFamily="50" charset="-128"/>
                <a:cs typeface="Arial" panose="020B0604020202020204"/>
                <a:sym typeface="Arial" panose="020B0604020202020204"/>
              </a:endParaRPr>
            </a:p>
          </p:txBody>
        </p:sp>
        <p:pic>
          <p:nvPicPr>
            <p:cNvPr id="23" name="Google Shape;113;p8"/>
            <p:cNvPicPr preferRelativeResize="0"/>
            <p:nvPr/>
          </p:nvPicPr>
          <p:blipFill rotWithShape="1">
            <a:blip r:embed="rId4"/>
            <a:srcRect/>
            <a:stretch>
              <a:fillRect/>
            </a:stretch>
          </p:blipFill>
          <p:spPr>
            <a:xfrm>
              <a:off x="3327466" y="2571750"/>
              <a:ext cx="1344916" cy="1067463"/>
            </a:xfrm>
            <a:prstGeom prst="rect">
              <a:avLst/>
            </a:prstGeom>
            <a:noFill/>
            <a:ln>
              <a:noFill/>
            </a:ln>
          </p:spPr>
        </p:pic>
        <p:pic>
          <p:nvPicPr>
            <p:cNvPr id="24" name="Google Shape;114;p8"/>
            <p:cNvPicPr preferRelativeResize="0"/>
            <p:nvPr/>
          </p:nvPicPr>
          <p:blipFill rotWithShape="1">
            <a:blip r:embed="rId5"/>
            <a:srcRect/>
            <a:stretch>
              <a:fillRect/>
            </a:stretch>
          </p:blipFill>
          <p:spPr>
            <a:xfrm>
              <a:off x="3586369" y="2108270"/>
              <a:ext cx="827110" cy="414793"/>
            </a:xfrm>
            <a:prstGeom prst="rect">
              <a:avLst/>
            </a:prstGeom>
            <a:noFill/>
            <a:ln>
              <a:noFill/>
            </a:ln>
          </p:spPr>
        </p:pic>
      </p:grpSp>
      <p:sp>
        <p:nvSpPr>
          <p:cNvPr id="26" name="Google Shape;118;p8"/>
          <p:cNvSpPr/>
          <p:nvPr/>
        </p:nvSpPr>
        <p:spPr>
          <a:xfrm>
            <a:off x="2934970" y="1348105"/>
            <a:ext cx="1047750" cy="1168400"/>
          </a:xfrm>
          <a:prstGeom prst="rightArrow">
            <a:avLst>
              <a:gd name="adj1" fmla="val 50000"/>
              <a:gd name="adj2" fmla="val 50000"/>
            </a:avLst>
          </a:prstGeom>
          <a:solidFill>
            <a:schemeClr val="accent1">
              <a:lumMod val="40000"/>
              <a:lumOff val="6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mj-ea"/>
              <a:ea typeface="+mj-ea"/>
              <a:cs typeface="Arial" panose="020B0604020202020204"/>
              <a:sym typeface="Arial" panose="020B0604020202020204"/>
            </a:endParaRPr>
          </a:p>
        </p:txBody>
      </p:sp>
      <p:grpSp>
        <p:nvGrpSpPr>
          <p:cNvPr id="27" name="グループ化 26"/>
          <p:cNvGrpSpPr/>
          <p:nvPr/>
        </p:nvGrpSpPr>
        <p:grpSpPr>
          <a:xfrm>
            <a:off x="984863" y="4596108"/>
            <a:ext cx="1148414" cy="1366421"/>
            <a:chOff x="808095" y="3429000"/>
            <a:chExt cx="1148414" cy="1366421"/>
          </a:xfrm>
          <a:noFill/>
        </p:grpSpPr>
        <p:pic>
          <p:nvPicPr>
            <p:cNvPr id="28" name="Google Shape;115;p8"/>
            <p:cNvPicPr preferRelativeResize="0"/>
            <p:nvPr/>
          </p:nvPicPr>
          <p:blipFill rotWithShape="1">
            <a:blip r:embed="rId6">
              <a:biLevel thresh="50000"/>
            </a:blip>
            <a:srcRect/>
            <a:stretch>
              <a:fillRect/>
            </a:stretch>
          </p:blipFill>
          <p:spPr>
            <a:xfrm>
              <a:off x="808095" y="4069719"/>
              <a:ext cx="1148414" cy="725702"/>
            </a:xfrm>
            <a:prstGeom prst="rect">
              <a:avLst/>
            </a:prstGeom>
            <a:noFill/>
          </p:spPr>
        </p:pic>
        <p:sp>
          <p:nvSpPr>
            <p:cNvPr id="29" name="Google Shape;116;p8"/>
            <p:cNvSpPr txBox="1"/>
            <p:nvPr/>
          </p:nvSpPr>
          <p:spPr>
            <a:xfrm>
              <a:off x="876042" y="3429000"/>
              <a:ext cx="1012519" cy="396875"/>
            </a:xfrm>
            <a:prstGeom prst="rect">
              <a:avLst/>
            </a:prstGeom>
            <a:grpFill/>
            <a:ln>
              <a:noFill/>
            </a:ln>
          </p:spPr>
          <p:txBody>
            <a:bodyPr spcFirstLastPara="1" wrap="square" lIns="91425" tIns="91425" rIns="91425" bIns="91425" anchor="t" anchorCtr="0">
              <a:spAutoFit/>
              <a:scene3d>
                <a:camera prst="orthographicFront"/>
                <a:lightRig rig="threePt" dir="t"/>
              </a:scene3d>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dirty="0" err="1">
                  <a:solidFill>
                    <a:schemeClr val="tx1"/>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Arial" panose="020B0604020202020204"/>
                  <a:sym typeface="Arial" panose="020B0604020202020204"/>
                </a:rPr>
                <a:t>売上金</a:t>
              </a:r>
            </a:p>
          </p:txBody>
        </p:sp>
      </p:grpSp>
      <p:graphicFrame>
        <p:nvGraphicFramePr>
          <p:cNvPr id="32" name="表 31"/>
          <p:cNvGraphicFramePr>
            <a:graphicFrameLocks noGrp="1"/>
          </p:cNvGraphicFramePr>
          <p:nvPr/>
        </p:nvGraphicFramePr>
        <p:xfrm>
          <a:off x="4437380" y="4644390"/>
          <a:ext cx="2757170" cy="2052617"/>
        </p:xfrm>
        <a:graphic>
          <a:graphicData uri="http://schemas.openxmlformats.org/drawingml/2006/table">
            <a:tbl>
              <a:tblPr/>
              <a:tblGrid>
                <a:gridCol w="2757170">
                  <a:extLst>
                    <a:ext uri="{9D8B030D-6E8A-4147-A177-3AD203B41FA5}">
                      <a16:colId xmlns:a16="http://schemas.microsoft.com/office/drawing/2014/main" val="20000"/>
                    </a:ext>
                  </a:extLst>
                </a:gridCol>
              </a:tblGrid>
              <a:tr h="217170">
                <a:tc>
                  <a:txBody>
                    <a:bodyPr/>
                    <a:lstStyle/>
                    <a:p>
                      <a:pPr rtl="0" fontAlgn="b"/>
                      <a:r>
                        <a:rPr lang="ja-JP" altLang="en-US" sz="1200" b="1" dirty="0">
                          <a:effectLst/>
                          <a:latin typeface="+mj-ea"/>
                          <a:ea typeface="+mj-ea"/>
                          <a:cs typeface="HGPｺﾞｼｯｸM" panose="020B0600000000000000" pitchFamily="50" charset="-128"/>
                        </a:rPr>
                        <a:t>ロイヤリティ</a:t>
                      </a:r>
                    </a:p>
                  </a:txBody>
                  <a:tcPr marL="26066" marR="26066" marT="17378" marB="17378"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9EDF4"/>
                    </a:solidFill>
                  </a:tcPr>
                </a:tc>
                <a:extLst>
                  <a:ext uri="{0D108BD9-81ED-4DB2-BD59-A6C34878D82A}">
                    <a16:rowId xmlns:a16="http://schemas.microsoft.com/office/drawing/2014/main" val="10000"/>
                  </a:ext>
                </a:extLst>
              </a:tr>
              <a:tr h="217170">
                <a:tc>
                  <a:txBody>
                    <a:bodyPr/>
                    <a:lstStyle/>
                    <a:p>
                      <a:pPr rtl="0" fontAlgn="b"/>
                      <a:r>
                        <a:rPr lang="ja-JP" altLang="en-US" sz="1200" b="1" dirty="0">
                          <a:effectLst/>
                          <a:latin typeface="+mj-ea"/>
                          <a:ea typeface="+mj-ea"/>
                          <a:cs typeface="+mj-ea"/>
                        </a:rPr>
                        <a:t>システム利用料</a:t>
                      </a:r>
                    </a:p>
                  </a:txBody>
                  <a:tcPr marL="26066" marR="26066" marT="17378" marB="17378"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9EDF4"/>
                    </a:solidFill>
                  </a:tcPr>
                </a:tc>
                <a:extLst>
                  <a:ext uri="{0D108BD9-81ED-4DB2-BD59-A6C34878D82A}">
                    <a16:rowId xmlns:a16="http://schemas.microsoft.com/office/drawing/2014/main" val="10001"/>
                  </a:ext>
                </a:extLst>
              </a:tr>
              <a:tr h="231140">
                <a:tc>
                  <a:txBody>
                    <a:bodyPr/>
                    <a:lstStyle/>
                    <a:p>
                      <a:pPr rtl="0" fontAlgn="b"/>
                      <a:r>
                        <a:rPr lang="ja-JP" altLang="en-US" sz="1200" b="1" dirty="0">
                          <a:effectLst/>
                          <a:latin typeface="+mj-ea"/>
                          <a:ea typeface="+mj-ea"/>
                          <a:cs typeface="+mj-ea"/>
                        </a:rPr>
                        <a:t>会員システム利用料</a:t>
                      </a:r>
                      <a:endParaRPr kumimoji="1" lang="ja-JP" altLang="en-US" sz="1200" b="1" i="0" kern="1200" dirty="0">
                        <a:solidFill>
                          <a:schemeClr val="tx1"/>
                        </a:solidFill>
                        <a:effectLst/>
                        <a:latin typeface="+mj-ea"/>
                        <a:ea typeface="+mj-ea"/>
                        <a:cs typeface="+mj-ea"/>
                      </a:endParaRPr>
                    </a:p>
                  </a:txBody>
                  <a:tcPr marL="26066" marR="26066" marT="17378" marB="17378"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9EDF4"/>
                    </a:solidFill>
                  </a:tcPr>
                </a:tc>
                <a:extLst>
                  <a:ext uri="{0D108BD9-81ED-4DB2-BD59-A6C34878D82A}">
                    <a16:rowId xmlns:a16="http://schemas.microsoft.com/office/drawing/2014/main" val="10002"/>
                  </a:ext>
                </a:extLst>
              </a:tr>
              <a:tr h="231140">
                <a:tc>
                  <a:txBody>
                    <a:bodyPr/>
                    <a:lstStyle/>
                    <a:p>
                      <a:pPr rtl="0" fontAlgn="b"/>
                      <a:r>
                        <a:rPr lang="ja-JP" altLang="en-US" sz="1200" b="1" dirty="0">
                          <a:effectLst/>
                          <a:latin typeface="+mj-ea"/>
                          <a:ea typeface="+mj-ea"/>
                          <a:cs typeface="+mj-ea"/>
                        </a:rPr>
                        <a:t>自動開錠システム費用</a:t>
                      </a:r>
                    </a:p>
                  </a:txBody>
                  <a:tcPr marL="26066" marR="26066" marT="17378" marB="17378"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9EDF4"/>
                    </a:solidFill>
                  </a:tcPr>
                </a:tc>
                <a:extLst>
                  <a:ext uri="{0D108BD9-81ED-4DB2-BD59-A6C34878D82A}">
                    <a16:rowId xmlns:a16="http://schemas.microsoft.com/office/drawing/2014/main" val="10003"/>
                  </a:ext>
                </a:extLst>
              </a:tr>
              <a:tr h="231140">
                <a:tc>
                  <a:txBody>
                    <a:bodyPr/>
                    <a:lstStyle/>
                    <a:p>
                      <a:pPr rtl="0" fontAlgn="b"/>
                      <a:r>
                        <a:rPr lang="ja-JP" altLang="en-US" sz="1200" b="1" dirty="0">
                          <a:effectLst/>
                          <a:latin typeface="+mj-ea"/>
                          <a:ea typeface="+mj-ea"/>
                          <a:cs typeface="Arial" panose="020B0604020202020204" pitchFamily="34" charset="0"/>
                        </a:rPr>
                        <a:t>広告費用（予算次第）</a:t>
                      </a:r>
                    </a:p>
                  </a:txBody>
                  <a:tcPr marL="26066" marR="26066" marT="17378" marB="17378"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9EDF4"/>
                    </a:solidFill>
                  </a:tcPr>
                </a:tc>
                <a:extLst>
                  <a:ext uri="{0D108BD9-81ED-4DB2-BD59-A6C34878D82A}">
                    <a16:rowId xmlns:a16="http://schemas.microsoft.com/office/drawing/2014/main" val="10004"/>
                  </a:ext>
                </a:extLst>
              </a:tr>
              <a:tr h="231140">
                <a:tc>
                  <a:txBody>
                    <a:bodyPr/>
                    <a:lstStyle/>
                    <a:p>
                      <a:pPr rtl="0" fontAlgn="b"/>
                      <a:r>
                        <a:rPr lang="ja-JP" altLang="en-US" sz="1200" b="1" dirty="0">
                          <a:effectLst/>
                          <a:latin typeface="+mj-ea"/>
                          <a:ea typeface="+mj-ea"/>
                          <a:cs typeface="Arial" panose="020B0604020202020204" pitchFamily="34" charset="0"/>
                        </a:rPr>
                        <a:t>大型メンテナンス費用</a:t>
                      </a:r>
                    </a:p>
                  </a:txBody>
                  <a:tcPr marL="26066" marR="26066" marT="17378" marB="17378"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9EDF4"/>
                    </a:solidFill>
                  </a:tcPr>
                </a:tc>
                <a:extLst>
                  <a:ext uri="{0D108BD9-81ED-4DB2-BD59-A6C34878D82A}">
                    <a16:rowId xmlns:a16="http://schemas.microsoft.com/office/drawing/2014/main" val="10005"/>
                  </a:ext>
                </a:extLst>
              </a:tr>
              <a:tr h="231140">
                <a:tc>
                  <a:txBody>
                    <a:bodyPr/>
                    <a:lstStyle/>
                    <a:p>
                      <a:pPr rtl="0" fontAlgn="b">
                        <a:buNone/>
                      </a:pPr>
                      <a:r>
                        <a:rPr lang="ja-JP" altLang="en-US" sz="1200" b="1" dirty="0">
                          <a:effectLst/>
                          <a:latin typeface="+mj-ea"/>
                          <a:ea typeface="+mj-ea"/>
                          <a:cs typeface="Arial" panose="020B0604020202020204" pitchFamily="34" charset="0"/>
                          <a:sym typeface="+mn-ea"/>
                        </a:rPr>
                        <a:t>クレジットカード手数料</a:t>
                      </a:r>
                      <a:endParaRPr lang="ja-JP" altLang="en-US" sz="1200" b="1" dirty="0">
                        <a:effectLst/>
                        <a:latin typeface="+mj-ea"/>
                        <a:ea typeface="+mj-ea"/>
                        <a:cs typeface="Arial" panose="020B0604020202020204" pitchFamily="34" charset="0"/>
                      </a:endParaRPr>
                    </a:p>
                  </a:txBody>
                  <a:tcPr marL="26066" marR="26066" marT="17378" marB="17378"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9EDF4"/>
                    </a:solidFill>
                  </a:tcPr>
                </a:tc>
                <a:extLst>
                  <a:ext uri="{0D108BD9-81ED-4DB2-BD59-A6C34878D82A}">
                    <a16:rowId xmlns:a16="http://schemas.microsoft.com/office/drawing/2014/main" val="10006"/>
                  </a:ext>
                </a:extLst>
              </a:tr>
              <a:tr h="231140">
                <a:tc>
                  <a:txBody>
                    <a:bodyPr/>
                    <a:lstStyle/>
                    <a:p>
                      <a:pPr marL="0" marR="0" lvl="0" indent="0" rtl="0">
                        <a:lnSpc>
                          <a:spcPct val="100000"/>
                        </a:lnSpc>
                        <a:spcBef>
                          <a:spcPts val="0"/>
                        </a:spcBef>
                        <a:spcAft>
                          <a:spcPts val="0"/>
                        </a:spcAft>
                        <a:buClr>
                          <a:srgbClr val="000000"/>
                        </a:buClr>
                        <a:buSzPts val="1400"/>
                        <a:buFont typeface="Arial" panose="020B0604020202020204"/>
                        <a:buNone/>
                      </a:pPr>
                      <a:r>
                        <a:rPr lang="ja-JP" altLang="en-US" sz="1200" b="1" dirty="0">
                          <a:effectLst/>
                          <a:latin typeface="+mj-ea"/>
                          <a:ea typeface="+mj-ea"/>
                          <a:cs typeface="Arial" panose="020B0604020202020204" pitchFamily="34" charset="0"/>
                          <a:sym typeface="+mn-ea"/>
                        </a:rPr>
                        <a:t>各オプション売上シェア</a:t>
                      </a:r>
                    </a:p>
                  </a:txBody>
                  <a:tcPr marL="26066" marR="26066" marT="17378" marB="17378"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9EDF4"/>
                    </a:solidFill>
                  </a:tcPr>
                </a:tc>
                <a:extLst>
                  <a:ext uri="{0D108BD9-81ED-4DB2-BD59-A6C34878D82A}">
                    <a16:rowId xmlns:a16="http://schemas.microsoft.com/office/drawing/2014/main" val="10007"/>
                  </a:ext>
                </a:extLst>
              </a:tr>
              <a:tr h="230505">
                <a:tc>
                  <a:txBody>
                    <a:bodyPr/>
                    <a:lstStyle/>
                    <a:p>
                      <a:pPr rtl="0" fontAlgn="b"/>
                      <a:r>
                        <a:rPr lang="ja-JP" altLang="en-US" sz="1200" b="1" dirty="0">
                          <a:effectLst/>
                          <a:latin typeface="+mj-ea"/>
                          <a:ea typeface="+mj-ea"/>
                          <a:cs typeface="Arial" panose="020B0604020202020204" pitchFamily="34" charset="0"/>
                          <a:sym typeface="+mn-ea"/>
                        </a:rPr>
                        <a:t>清掃</a:t>
                      </a:r>
                      <a:r>
                        <a:rPr lang="en-US" altLang="ja-JP" sz="1200" b="1" dirty="0">
                          <a:effectLst/>
                          <a:latin typeface="+mj-ea"/>
                          <a:ea typeface="+mj-ea"/>
                          <a:cs typeface="Arial" panose="020B0604020202020204" pitchFamily="34" charset="0"/>
                          <a:sym typeface="+mn-ea"/>
                        </a:rPr>
                        <a:t>/</a:t>
                      </a:r>
                      <a:r>
                        <a:rPr lang="ja-JP" altLang="en-US" sz="1200" b="1" dirty="0">
                          <a:effectLst/>
                          <a:latin typeface="+mj-ea"/>
                          <a:ea typeface="+mj-ea"/>
                          <a:cs typeface="Arial" panose="020B0604020202020204" pitchFamily="34" charset="0"/>
                          <a:sym typeface="+mn-ea"/>
                        </a:rPr>
                        <a:t>消耗品費用（本部運営の場合）</a:t>
                      </a:r>
                      <a:endParaRPr lang="en-US" altLang="ja-JP" sz="1200" b="1" dirty="0">
                        <a:effectLst/>
                        <a:latin typeface="+mj-ea"/>
                        <a:ea typeface="+mj-ea"/>
                        <a:cs typeface="Arial" panose="020B0604020202020204" pitchFamily="34" charset="0"/>
                      </a:endParaRPr>
                    </a:p>
                  </a:txBody>
                  <a:tcPr marL="26066" marR="26066" marT="17378" marB="17378"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9EDF4"/>
                    </a:solidFill>
                  </a:tcPr>
                </a:tc>
                <a:extLst>
                  <a:ext uri="{0D108BD9-81ED-4DB2-BD59-A6C34878D82A}">
                    <a16:rowId xmlns:a16="http://schemas.microsoft.com/office/drawing/2014/main" val="10008"/>
                  </a:ext>
                </a:extLst>
              </a:tr>
            </a:tbl>
          </a:graphicData>
        </a:graphic>
      </p:graphicFrame>
      <p:sp>
        <p:nvSpPr>
          <p:cNvPr id="34" name="Google Shape;116;p8"/>
          <p:cNvSpPr txBox="1"/>
          <p:nvPr/>
        </p:nvSpPr>
        <p:spPr>
          <a:xfrm>
            <a:off x="4437363" y="4284835"/>
            <a:ext cx="1585652" cy="365760"/>
          </a:xfrm>
          <a:prstGeom prst="rect">
            <a:avLst/>
          </a:prstGeom>
          <a:noFill/>
          <a:ln>
            <a:noFill/>
          </a:ln>
        </p:spPr>
        <p:txBody>
          <a:bodyPr spcFirstLastPara="1" wrap="square" lIns="91425" tIns="91425" rIns="91425" bIns="91425" anchor="t" anchorCtr="0">
            <a:spAutoFit/>
          </a:bodyPr>
          <a:lstStyle/>
          <a:p>
            <a:pPr marL="0" marR="0" lvl="0" indent="0" rtl="0">
              <a:lnSpc>
                <a:spcPct val="100000"/>
              </a:lnSpc>
              <a:spcBef>
                <a:spcPts val="0"/>
              </a:spcBef>
              <a:spcAft>
                <a:spcPts val="0"/>
              </a:spcAft>
              <a:buClr>
                <a:srgbClr val="000000"/>
              </a:buClr>
              <a:buSzPts val="1400"/>
              <a:buFont typeface="Arial" panose="020B0604020202020204"/>
              <a:buNone/>
            </a:pPr>
            <a:r>
              <a:rPr lang="ja-JP" altLang="en-US" sz="1200" b="1" i="0" u="none" strike="noStrike" cap="none" dirty="0">
                <a:solidFill>
                  <a:srgbClr val="000000"/>
                </a:solidFill>
                <a:latin typeface="+mj-ea"/>
                <a:ea typeface="+mj-ea"/>
                <a:cs typeface="Arial" panose="020B0604020202020204"/>
                <a:sym typeface="Arial" panose="020B0604020202020204"/>
              </a:rPr>
              <a:t>売上から差し引き　</a:t>
            </a:r>
          </a:p>
        </p:txBody>
      </p:sp>
      <p:sp>
        <p:nvSpPr>
          <p:cNvPr id="39" name="四角形: 角を丸くする 25"/>
          <p:cNvSpPr/>
          <p:nvPr/>
        </p:nvSpPr>
        <p:spPr>
          <a:xfrm>
            <a:off x="4716780" y="3725545"/>
            <a:ext cx="1665605" cy="567690"/>
          </a:xfrm>
          <a:prstGeom prst="roundRect">
            <a:avLst/>
          </a:prstGeom>
          <a:solidFill>
            <a:schemeClr val="tx2">
              <a:lumMod val="60000"/>
              <a:lumOff val="40000"/>
            </a:schemeClr>
          </a:solidFill>
          <a:ln>
            <a:noFill/>
          </a:ln>
        </p:spPr>
        <p:style>
          <a:lnRef idx="2">
            <a:schemeClr val="dk1"/>
          </a:lnRef>
          <a:fillRef idx="1">
            <a:schemeClr val="lt1"/>
          </a:fillRef>
          <a:effectRef idx="0">
            <a:schemeClr val="dk1"/>
          </a:effectRef>
          <a:fontRef idx="minor">
            <a:schemeClr val="dk1"/>
          </a:fontRef>
        </p:style>
        <p:txBody>
          <a:bodyPr rtlCol="0" anchor="ctr">
            <a:scene3d>
              <a:camera prst="orthographicFront"/>
              <a:lightRig rig="threePt" dir="t"/>
            </a:scene3d>
          </a:bodyPr>
          <a:lstStyle/>
          <a:p>
            <a:pPr algn="ctr">
              <a:lnSpc>
                <a:spcPct val="110000"/>
              </a:lnSpc>
            </a:pPr>
            <a:r>
              <a:rPr kumimoji="1" lang="ja-JP" altLang="en-US" sz="1600" b="1" dirty="0">
                <a:solidFill>
                  <a:schemeClr val="bg1"/>
                </a:solidFill>
                <a:effectLst>
                  <a:outerShdw blurRad="38100" dist="19050" dir="2700000" algn="tl" rotWithShape="0">
                    <a:schemeClr val="dk1">
                      <a:alpha val="40000"/>
                    </a:schemeClr>
                  </a:outerShdw>
                </a:effectLst>
                <a:latin typeface="+mj-ea"/>
                <a:ea typeface="+mj-ea"/>
              </a:rPr>
              <a:t>当月末入金</a:t>
            </a:r>
          </a:p>
        </p:txBody>
      </p:sp>
      <p:sp>
        <p:nvSpPr>
          <p:cNvPr id="41" name="四角形: 角を丸くする 25"/>
          <p:cNvSpPr/>
          <p:nvPr/>
        </p:nvSpPr>
        <p:spPr>
          <a:xfrm>
            <a:off x="8787130" y="3725545"/>
            <a:ext cx="1665605" cy="567690"/>
          </a:xfrm>
          <a:prstGeom prst="roundRect">
            <a:avLst/>
          </a:prstGeom>
          <a:solidFill>
            <a:schemeClr val="tx2">
              <a:lumMod val="60000"/>
              <a:lumOff val="40000"/>
            </a:schemeClr>
          </a:solidFill>
          <a:ln>
            <a:noFill/>
          </a:ln>
        </p:spPr>
        <p:style>
          <a:lnRef idx="2">
            <a:schemeClr val="dk1"/>
          </a:lnRef>
          <a:fillRef idx="1">
            <a:schemeClr val="lt1"/>
          </a:fillRef>
          <a:effectRef idx="0">
            <a:schemeClr val="dk1"/>
          </a:effectRef>
          <a:fontRef idx="minor">
            <a:schemeClr val="dk1"/>
          </a:fontRef>
        </p:style>
        <p:txBody>
          <a:bodyPr rtlCol="0" anchor="ctr">
            <a:scene3d>
              <a:camera prst="orthographicFront"/>
              <a:lightRig rig="threePt" dir="t"/>
            </a:scene3d>
          </a:bodyPr>
          <a:lstStyle/>
          <a:p>
            <a:pPr algn="ctr">
              <a:lnSpc>
                <a:spcPct val="110000"/>
              </a:lnSpc>
            </a:pPr>
            <a:r>
              <a:rPr kumimoji="1" lang="ja-JP" altLang="en-US" sz="1600" b="1" dirty="0">
                <a:solidFill>
                  <a:schemeClr val="bg1"/>
                </a:solidFill>
                <a:effectLst>
                  <a:outerShdw blurRad="38100" dist="19050" dir="2700000" algn="tl" rotWithShape="0">
                    <a:schemeClr val="dk1">
                      <a:alpha val="40000"/>
                    </a:schemeClr>
                  </a:outerShdw>
                </a:effectLst>
                <a:latin typeface="+mj-ea"/>
                <a:ea typeface="+mj-ea"/>
                <a:cs typeface="+mj-ea"/>
              </a:rPr>
              <a:t>翌月</a:t>
            </a:r>
            <a:r>
              <a:rPr kumimoji="1" lang="en-US" altLang="ja-JP" sz="1600" b="1" dirty="0">
                <a:solidFill>
                  <a:schemeClr val="bg1"/>
                </a:solidFill>
                <a:effectLst>
                  <a:outerShdw blurRad="38100" dist="19050" dir="2700000" algn="tl" rotWithShape="0">
                    <a:schemeClr val="dk1">
                      <a:alpha val="40000"/>
                    </a:schemeClr>
                  </a:outerShdw>
                </a:effectLst>
                <a:latin typeface="+mj-ea"/>
                <a:ea typeface="+mj-ea"/>
                <a:cs typeface="+mj-ea"/>
              </a:rPr>
              <a:t>10</a:t>
            </a:r>
            <a:r>
              <a:rPr kumimoji="1" lang="ja-JP" altLang="en-US" sz="1600" b="1" dirty="0">
                <a:solidFill>
                  <a:schemeClr val="bg1"/>
                </a:solidFill>
                <a:effectLst>
                  <a:outerShdw blurRad="38100" dist="19050" dir="2700000" algn="tl" rotWithShape="0">
                    <a:schemeClr val="dk1">
                      <a:alpha val="40000"/>
                    </a:schemeClr>
                  </a:outerShdw>
                </a:effectLst>
                <a:latin typeface="+mj-ea"/>
                <a:ea typeface="+mj-ea"/>
                <a:cs typeface="+mj-ea"/>
              </a:rPr>
              <a:t>日</a:t>
            </a:r>
          </a:p>
          <a:p>
            <a:pPr algn="ctr"/>
            <a:r>
              <a:rPr kumimoji="1" lang="ja-JP" altLang="en-US" sz="1600" b="1" dirty="0">
                <a:solidFill>
                  <a:schemeClr val="bg1"/>
                </a:solidFill>
                <a:effectLst>
                  <a:outerShdw blurRad="38100" dist="19050" dir="2700000" algn="tl" rotWithShape="0">
                    <a:schemeClr val="dk1">
                      <a:alpha val="40000"/>
                    </a:schemeClr>
                  </a:outerShdw>
                </a:effectLst>
                <a:latin typeface="+mj-ea"/>
                <a:ea typeface="+mj-ea"/>
                <a:cs typeface="+mj-ea"/>
              </a:rPr>
              <a:t>支払い</a:t>
            </a:r>
          </a:p>
        </p:txBody>
      </p:sp>
      <p:sp>
        <p:nvSpPr>
          <p:cNvPr id="43" name="四角形: 角を丸くする 25"/>
          <p:cNvSpPr/>
          <p:nvPr/>
        </p:nvSpPr>
        <p:spPr>
          <a:xfrm>
            <a:off x="646430" y="3725545"/>
            <a:ext cx="1665605" cy="567690"/>
          </a:xfrm>
          <a:prstGeom prst="roundRect">
            <a:avLst/>
          </a:prstGeom>
          <a:solidFill>
            <a:schemeClr val="tx2">
              <a:lumMod val="60000"/>
              <a:lumOff val="40000"/>
            </a:schemeClr>
          </a:solidFill>
          <a:ln>
            <a:noFill/>
          </a:ln>
        </p:spPr>
        <p:style>
          <a:lnRef idx="2">
            <a:schemeClr val="dk1"/>
          </a:lnRef>
          <a:fillRef idx="1">
            <a:schemeClr val="lt1"/>
          </a:fillRef>
          <a:effectRef idx="0">
            <a:schemeClr val="dk1"/>
          </a:effectRef>
          <a:fontRef idx="minor">
            <a:schemeClr val="dk1"/>
          </a:fontRef>
        </p:style>
        <p:txBody>
          <a:bodyPr rtlCol="0" anchor="ctr">
            <a:scene3d>
              <a:camera prst="orthographicFront"/>
              <a:lightRig rig="threePt" dir="t"/>
            </a:scene3d>
          </a:bodyPr>
          <a:lstStyle/>
          <a:p>
            <a:pPr algn="ctr">
              <a:lnSpc>
                <a:spcPct val="110000"/>
              </a:lnSpc>
            </a:pPr>
            <a:r>
              <a:rPr kumimoji="1" lang="ja-JP" altLang="en-US" sz="1600" b="1" dirty="0">
                <a:solidFill>
                  <a:schemeClr val="bg1"/>
                </a:solidFill>
                <a:effectLst>
                  <a:outerShdw blurRad="38100" dist="19050" dir="2700000" algn="tl" rotWithShape="0">
                    <a:schemeClr val="dk1">
                      <a:alpha val="40000"/>
                    </a:schemeClr>
                  </a:outerShdw>
                </a:effectLst>
                <a:latin typeface="+mj-ea"/>
                <a:ea typeface="+mj-ea"/>
                <a:cs typeface="+mj-ea"/>
              </a:rPr>
              <a:t>前月売上</a:t>
            </a:r>
          </a:p>
        </p:txBody>
      </p:sp>
      <p:sp>
        <p:nvSpPr>
          <p:cNvPr id="44" name="Google Shape;118;p8"/>
          <p:cNvSpPr/>
          <p:nvPr/>
        </p:nvSpPr>
        <p:spPr>
          <a:xfrm>
            <a:off x="7449185" y="1347470"/>
            <a:ext cx="1047750" cy="1168400"/>
          </a:xfrm>
          <a:prstGeom prst="rightArrow">
            <a:avLst>
              <a:gd name="adj1" fmla="val 50000"/>
              <a:gd name="adj2" fmla="val 50000"/>
            </a:avLst>
          </a:prstGeom>
          <a:solidFill>
            <a:schemeClr val="accent1">
              <a:lumMod val="40000"/>
              <a:lumOff val="6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mj-ea"/>
              <a:ea typeface="+mj-ea"/>
              <a:cs typeface="Arial" panose="020B0604020202020204"/>
              <a:sym typeface="Arial" panose="020B0604020202020204"/>
            </a:endParaRPr>
          </a:p>
        </p:txBody>
      </p:sp>
      <p:sp>
        <p:nvSpPr>
          <p:cNvPr id="59" name="Text Box 2"/>
          <p:cNvSpPr txBox="1">
            <a:spLocks noChangeArrowheads="1"/>
          </p:cNvSpPr>
          <p:nvPr/>
        </p:nvSpPr>
        <p:spPr bwMode="auto">
          <a:xfrm>
            <a:off x="646430" y="3130550"/>
            <a:ext cx="1664970" cy="368300"/>
          </a:xfrm>
          <a:prstGeom prst="rect">
            <a:avLst/>
          </a:prstGeom>
          <a:noFill/>
          <a:ln>
            <a:noFill/>
          </a:ln>
          <a:effectLst/>
          <a:extLst>
            <a:ext uri="{909E8E84-426E-40DD-AFC4-6F175D3DCCD1}">
              <a14:hiddenFill xmlns:a14="http://schemas.microsoft.com/office/drawing/2010/main">
                <a:solidFill>
                  <a:schemeClr val="accent5">
                    <a:lumMod val="40000"/>
                    <a:lumOff val="60000"/>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scene3d>
              <a:camera prst="orthographicFront"/>
              <a:lightRig rig="threePt" dir="t"/>
            </a:scene3d>
          </a:bodyPr>
          <a:lstStyle/>
          <a:p>
            <a:r>
              <a:rPr lang="ja-JP" altLang="en-US" sz="1800" b="1" dirty="0">
                <a:solidFill>
                  <a:schemeClr val="tx1"/>
                </a:solidFill>
                <a:effectLst>
                  <a:outerShdw blurRad="38100" dist="19050" dir="2700000" algn="tl" rotWithShape="0">
                    <a:schemeClr val="dk1">
                      <a:alpha val="40000"/>
                    </a:schemeClr>
                  </a:outerShdw>
                </a:effectLst>
                <a:latin typeface="+mj-ea"/>
                <a:ea typeface="+mj-ea"/>
                <a:cs typeface="メイリオ" panose="020B0604030504040204" pitchFamily="50" charset="-128"/>
              </a:rPr>
              <a:t>入金サイト</a:t>
            </a:r>
          </a:p>
        </p:txBody>
      </p:sp>
      <p:sp>
        <p:nvSpPr>
          <p:cNvPr id="64" name="Line 4"/>
          <p:cNvSpPr>
            <a:spLocks noChangeShapeType="1"/>
          </p:cNvSpPr>
          <p:nvPr/>
        </p:nvSpPr>
        <p:spPr bwMode="auto">
          <a:xfrm>
            <a:off x="605155" y="3497580"/>
            <a:ext cx="10817225" cy="16510"/>
          </a:xfrm>
          <a:prstGeom prst="line">
            <a:avLst/>
          </a:prstGeom>
          <a:ln>
            <a:prstDash val="dash"/>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a:lstStyle/>
          <a:p>
            <a:endParaRPr lang="ja-JP" altLang="en-US"/>
          </a:p>
        </p:txBody>
      </p:sp>
      <p:sp>
        <p:nvSpPr>
          <p:cNvPr id="67" name="Google Shape;118;p8"/>
          <p:cNvSpPr/>
          <p:nvPr/>
        </p:nvSpPr>
        <p:spPr>
          <a:xfrm>
            <a:off x="2934970" y="5015865"/>
            <a:ext cx="1047750" cy="1168400"/>
          </a:xfrm>
          <a:prstGeom prst="rightArrow">
            <a:avLst>
              <a:gd name="adj1" fmla="val 50000"/>
              <a:gd name="adj2" fmla="val 50000"/>
            </a:avLst>
          </a:prstGeom>
          <a:solidFill>
            <a:schemeClr val="accent5">
              <a:lumMod val="40000"/>
              <a:lumOff val="6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mj-ea"/>
              <a:ea typeface="+mj-ea"/>
              <a:cs typeface="Arial" panose="020B0604020202020204"/>
              <a:sym typeface="Arial" panose="020B0604020202020204"/>
            </a:endParaRPr>
          </a:p>
        </p:txBody>
      </p:sp>
      <p:sp>
        <p:nvSpPr>
          <p:cNvPr id="68" name="Google Shape;118;p8"/>
          <p:cNvSpPr/>
          <p:nvPr/>
        </p:nvSpPr>
        <p:spPr>
          <a:xfrm>
            <a:off x="7545705" y="5015230"/>
            <a:ext cx="1047750" cy="1168400"/>
          </a:xfrm>
          <a:prstGeom prst="rightArrow">
            <a:avLst>
              <a:gd name="adj1" fmla="val 50000"/>
              <a:gd name="adj2" fmla="val 50000"/>
            </a:avLst>
          </a:prstGeom>
          <a:solidFill>
            <a:schemeClr val="accent5">
              <a:lumMod val="40000"/>
              <a:lumOff val="6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mj-ea"/>
              <a:ea typeface="+mj-ea"/>
              <a:cs typeface="Arial" panose="020B0604020202020204"/>
              <a:sym typeface="Arial" panose="020B0604020202020204"/>
            </a:endParaRPr>
          </a:p>
        </p:txBody>
      </p:sp>
      <p:pic>
        <p:nvPicPr>
          <p:cNvPr id="69" name="図 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62286" y="1221152"/>
            <a:ext cx="1002634" cy="1002634"/>
          </a:xfrm>
          <a:prstGeom prst="rect">
            <a:avLst/>
          </a:prstGeom>
        </p:spPr>
      </p:pic>
      <p:sp>
        <p:nvSpPr>
          <p:cNvPr id="70" name="Google Shape;110;p8"/>
          <p:cNvSpPr txBox="1"/>
          <p:nvPr/>
        </p:nvSpPr>
        <p:spPr>
          <a:xfrm>
            <a:off x="252730" y="2428985"/>
            <a:ext cx="2631440" cy="396875"/>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ja-JP" sz="1400" b="1" i="0" u="none" strike="noStrike" cap="none"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sym typeface="Arial" panose="020B0604020202020204"/>
              </a:rPr>
              <a:t>会員様</a:t>
            </a:r>
          </a:p>
        </p:txBody>
      </p:sp>
      <p:grpSp>
        <p:nvGrpSpPr>
          <p:cNvPr id="75" name="Google Shape;111;p8"/>
          <p:cNvGrpSpPr/>
          <p:nvPr/>
        </p:nvGrpSpPr>
        <p:grpSpPr>
          <a:xfrm>
            <a:off x="8849489" y="4533265"/>
            <a:ext cx="1611516" cy="2009617"/>
            <a:chOff x="3232193" y="2108270"/>
            <a:chExt cx="1611516" cy="2009617"/>
          </a:xfrm>
        </p:grpSpPr>
        <p:sp>
          <p:nvSpPr>
            <p:cNvPr id="76" name="Google Shape;112;p8"/>
            <p:cNvSpPr txBox="1"/>
            <p:nvPr/>
          </p:nvSpPr>
          <p:spPr>
            <a:xfrm>
              <a:off x="3232193" y="3721012"/>
              <a:ext cx="1611516" cy="396875"/>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dirty="0" err="1">
                  <a:solidFill>
                    <a:srgbClr val="000000"/>
                  </a:solidFill>
                  <a:latin typeface="メイリオ" panose="020B0604030504040204" pitchFamily="50" charset="-128"/>
                  <a:ea typeface="メイリオ" panose="020B0604030504040204" pitchFamily="50" charset="-128"/>
                  <a:cs typeface="Arial" panose="020B0604020202020204"/>
                  <a:sym typeface="Arial" panose="020B0604020202020204"/>
                </a:rPr>
                <a:t>オーナー様</a:t>
              </a:r>
              <a:endParaRPr sz="1400" b="1" i="0" u="none" strike="noStrike" cap="none" dirty="0">
                <a:solidFill>
                  <a:srgbClr val="000000"/>
                </a:solidFill>
                <a:latin typeface="メイリオ" panose="020B0604030504040204" pitchFamily="50" charset="-128"/>
                <a:ea typeface="メイリオ" panose="020B0604030504040204" pitchFamily="50" charset="-128"/>
                <a:cs typeface="Arial" panose="020B0604020202020204"/>
                <a:sym typeface="Arial" panose="020B0604020202020204"/>
              </a:endParaRPr>
            </a:p>
          </p:txBody>
        </p:sp>
        <p:pic>
          <p:nvPicPr>
            <p:cNvPr id="77" name="Google Shape;113;p8"/>
            <p:cNvPicPr preferRelativeResize="0"/>
            <p:nvPr/>
          </p:nvPicPr>
          <p:blipFill rotWithShape="1">
            <a:blip r:embed="rId4"/>
            <a:srcRect/>
            <a:stretch>
              <a:fillRect/>
            </a:stretch>
          </p:blipFill>
          <p:spPr>
            <a:xfrm>
              <a:off x="3327466" y="2571750"/>
              <a:ext cx="1344916" cy="1067463"/>
            </a:xfrm>
            <a:prstGeom prst="rect">
              <a:avLst/>
            </a:prstGeom>
            <a:noFill/>
            <a:ln>
              <a:noFill/>
            </a:ln>
          </p:spPr>
        </p:pic>
        <p:pic>
          <p:nvPicPr>
            <p:cNvPr id="78" name="Google Shape;114;p8"/>
            <p:cNvPicPr preferRelativeResize="0"/>
            <p:nvPr/>
          </p:nvPicPr>
          <p:blipFill rotWithShape="1">
            <a:blip r:embed="rId5"/>
            <a:srcRect/>
            <a:stretch>
              <a:fillRect/>
            </a:stretch>
          </p:blipFill>
          <p:spPr>
            <a:xfrm>
              <a:off x="3586369" y="2108270"/>
              <a:ext cx="827110" cy="414793"/>
            </a:xfrm>
            <a:prstGeom prst="rect">
              <a:avLst/>
            </a:prstGeom>
            <a:noFill/>
            <a:ln>
              <a:noFill/>
            </a:ln>
          </p:spPr>
        </p:pic>
      </p:grpSp>
      <p:sp>
        <p:nvSpPr>
          <p:cNvPr id="5" name="Line 4"/>
          <p:cNvSpPr>
            <a:spLocks noChangeShapeType="1"/>
          </p:cNvSpPr>
          <p:nvPr/>
        </p:nvSpPr>
        <p:spPr bwMode="auto">
          <a:xfrm flipV="1">
            <a:off x="625475" y="472440"/>
            <a:ext cx="10777220" cy="22860"/>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a:lstStyle/>
          <a:p>
            <a:endParaRPr lang="ja-JP"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p:cNvSpPr>
            <a:spLocks noGrp="1"/>
          </p:cNvSpPr>
          <p:nvPr>
            <p:ph type="sldNum" sz="quarter" idx="11"/>
          </p:nvPr>
        </p:nvSpPr>
        <p:spPr/>
        <p:txBody>
          <a:bodyPr/>
          <a:lstStyle/>
          <a:p>
            <a:r>
              <a:rPr lang="en-US" altLang="ja-JP"/>
              <a:t> </a:t>
            </a:r>
            <a:fld id="{E47F362B-8703-457A-B277-89C556142927}" type="slidenum">
              <a:rPr lang="en-US" altLang="ja-JP"/>
              <a:t>11</a:t>
            </a:fld>
            <a:endParaRPr lang="en-US" altLang="ja-JP"/>
          </a:p>
        </p:txBody>
      </p:sp>
      <p:sp>
        <p:nvSpPr>
          <p:cNvPr id="2169859" name="Rectangle 1027"/>
          <p:cNvSpPr>
            <a:spLocks noChangeAspect="1" noChangeArrowheads="1"/>
          </p:cNvSpPr>
          <p:nvPr/>
        </p:nvSpPr>
        <p:spPr bwMode="auto">
          <a:xfrm>
            <a:off x="2564765" y="2630170"/>
            <a:ext cx="7568565" cy="955675"/>
          </a:xfrm>
          <a:prstGeom prst="rect">
            <a:avLst/>
          </a:prstGeom>
          <a:solidFill>
            <a:schemeClr val="bg1"/>
          </a:solidFill>
          <a:ln w="9525" cap="rnd">
            <a:solidFill>
              <a:schemeClr val="tx1"/>
            </a:solidFill>
            <a:prstDash val="sysDot"/>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50000"/>
              </a:spcBef>
              <a:buFontTx/>
              <a:buNone/>
            </a:pPr>
            <a:endParaRPr lang="ja-JP" altLang="ja-JP" sz="1100" dirty="0">
              <a:latin typeface="メイリオ" panose="020B0604030504040204" pitchFamily="50" charset="-128"/>
              <a:ea typeface="メイリオ" panose="020B0604030504040204" pitchFamily="50" charset="-128"/>
            </a:endParaRPr>
          </a:p>
        </p:txBody>
      </p:sp>
      <p:sp>
        <p:nvSpPr>
          <p:cNvPr id="2169860" name="Rectangle 1028"/>
          <p:cNvSpPr>
            <a:spLocks noChangeAspect="1" noChangeArrowheads="1"/>
          </p:cNvSpPr>
          <p:nvPr/>
        </p:nvSpPr>
        <p:spPr bwMode="auto">
          <a:xfrm>
            <a:off x="2565400" y="4504690"/>
            <a:ext cx="7560310" cy="965200"/>
          </a:xfrm>
          <a:prstGeom prst="rect">
            <a:avLst/>
          </a:prstGeom>
          <a:solidFill>
            <a:schemeClr val="bg1"/>
          </a:solidFill>
          <a:ln w="9525" cap="rnd">
            <a:solidFill>
              <a:schemeClr val="tx1"/>
            </a:solidFill>
            <a:prstDash val="sysDot"/>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50000"/>
              </a:spcBef>
              <a:buFontTx/>
              <a:buNone/>
            </a:pPr>
            <a:endParaRPr lang="ja-JP" altLang="ja-JP" sz="1100">
              <a:latin typeface="メイリオ" panose="020B0604030504040204" pitchFamily="50" charset="-128"/>
              <a:ea typeface="メイリオ" panose="020B0604030504040204" pitchFamily="50" charset="-128"/>
            </a:endParaRPr>
          </a:p>
        </p:txBody>
      </p:sp>
      <p:sp>
        <p:nvSpPr>
          <p:cNvPr id="2169861" name="Rectangle 1029"/>
          <p:cNvSpPr>
            <a:spLocks noChangeArrowheads="1"/>
          </p:cNvSpPr>
          <p:nvPr/>
        </p:nvSpPr>
        <p:spPr bwMode="auto">
          <a:xfrm>
            <a:off x="4733290" y="1662430"/>
            <a:ext cx="1080135" cy="3815080"/>
          </a:xfrm>
          <a:prstGeom prst="rect">
            <a:avLst/>
          </a:prstGeom>
          <a:noFill/>
          <a:ln w="9525" cap="rnd">
            <a:solidFill>
              <a:schemeClr val="tx1"/>
            </a:solidFill>
            <a:prstDash val="sysDot"/>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endParaRPr lang="ja-JP" altLang="ja-JP" sz="1200">
              <a:latin typeface="メイリオ" panose="020B0604030504040204" pitchFamily="50" charset="-128"/>
              <a:ea typeface="メイリオ" panose="020B0604030504040204" pitchFamily="50" charset="-128"/>
            </a:endParaRPr>
          </a:p>
        </p:txBody>
      </p:sp>
      <p:sp>
        <p:nvSpPr>
          <p:cNvPr id="2169862" name="Rectangle 1030"/>
          <p:cNvSpPr>
            <a:spLocks noChangeArrowheads="1"/>
          </p:cNvSpPr>
          <p:nvPr/>
        </p:nvSpPr>
        <p:spPr bwMode="auto">
          <a:xfrm>
            <a:off x="3651250" y="1715135"/>
            <a:ext cx="1080135" cy="3761740"/>
          </a:xfrm>
          <a:prstGeom prst="rect">
            <a:avLst/>
          </a:prstGeom>
          <a:noFill/>
          <a:ln w="9525" cap="rnd">
            <a:solidFill>
              <a:schemeClr val="tx1"/>
            </a:solidFill>
            <a:prstDash val="sysDot"/>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endParaRPr lang="ja-JP" altLang="ja-JP" sz="1200">
              <a:latin typeface="メイリオ" panose="020B0604030504040204" pitchFamily="50" charset="-128"/>
              <a:ea typeface="メイリオ" panose="020B0604030504040204" pitchFamily="50" charset="-128"/>
            </a:endParaRPr>
          </a:p>
        </p:txBody>
      </p:sp>
      <p:sp>
        <p:nvSpPr>
          <p:cNvPr id="2169863" name="Rectangle 1031"/>
          <p:cNvSpPr>
            <a:spLocks noChangeArrowheads="1"/>
          </p:cNvSpPr>
          <p:nvPr/>
        </p:nvSpPr>
        <p:spPr bwMode="auto">
          <a:xfrm>
            <a:off x="7977505" y="1715135"/>
            <a:ext cx="1080135" cy="3755390"/>
          </a:xfrm>
          <a:prstGeom prst="rect">
            <a:avLst/>
          </a:prstGeom>
          <a:noFill/>
          <a:ln w="9525" cap="rnd">
            <a:solidFill>
              <a:schemeClr val="tx1"/>
            </a:solidFill>
            <a:prstDash val="sysDot"/>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endParaRPr lang="ja-JP" altLang="ja-JP" sz="1200">
              <a:latin typeface="メイリオ" panose="020B0604030504040204" pitchFamily="50" charset="-128"/>
              <a:ea typeface="メイリオ" panose="020B0604030504040204" pitchFamily="50" charset="-128"/>
            </a:endParaRPr>
          </a:p>
        </p:txBody>
      </p:sp>
      <p:sp>
        <p:nvSpPr>
          <p:cNvPr id="2169867" name="AutoShape 1035"/>
          <p:cNvSpPr>
            <a:spLocks noChangeAspect="1" noChangeArrowheads="1"/>
          </p:cNvSpPr>
          <p:nvPr/>
        </p:nvSpPr>
        <p:spPr bwMode="auto">
          <a:xfrm>
            <a:off x="5400040" y="3750310"/>
            <a:ext cx="1517650" cy="615315"/>
          </a:xfrm>
          <a:prstGeom prst="homePlate">
            <a:avLst>
              <a:gd name="adj" fmla="val 24810"/>
            </a:avLst>
          </a:prstGeom>
          <a:solidFill>
            <a:srgbClr val="DEE4EF"/>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ja-JP" altLang="en-US" sz="1000" b="1" dirty="0">
                <a:latin typeface="メイリオ" panose="020B0604030504040204" pitchFamily="50" charset="-128"/>
                <a:ea typeface="メイリオ" panose="020B0604030504040204" pitchFamily="50" charset="-128"/>
              </a:rPr>
              <a:t>第１工事</a:t>
            </a:r>
          </a:p>
        </p:txBody>
      </p:sp>
      <p:sp>
        <p:nvSpPr>
          <p:cNvPr id="2169881" name="Rectangle 1049"/>
          <p:cNvSpPr>
            <a:spLocks noChangeAspect="1" noChangeArrowheads="1"/>
          </p:cNvSpPr>
          <p:nvPr/>
        </p:nvSpPr>
        <p:spPr bwMode="auto">
          <a:xfrm>
            <a:off x="1231900" y="1700530"/>
            <a:ext cx="1333500" cy="930275"/>
          </a:xfrm>
          <a:prstGeom prst="rect">
            <a:avLst/>
          </a:prstGeom>
          <a:solidFill>
            <a:srgbClr val="FFFFC8"/>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ja-JP" altLang="en-US" sz="1200" b="1" dirty="0">
                <a:solidFill>
                  <a:schemeClr val="tx1"/>
                </a:solidFill>
                <a:latin typeface="メイリオ" panose="020B0604030504040204" pitchFamily="50" charset="-128"/>
                <a:ea typeface="メイリオ" panose="020B0604030504040204" pitchFamily="50" charset="-128"/>
              </a:rPr>
              <a:t>オーナー様</a:t>
            </a:r>
          </a:p>
        </p:txBody>
      </p:sp>
      <p:sp>
        <p:nvSpPr>
          <p:cNvPr id="2169882" name="Rectangle 1050"/>
          <p:cNvSpPr>
            <a:spLocks noChangeAspect="1" noChangeArrowheads="1"/>
          </p:cNvSpPr>
          <p:nvPr/>
        </p:nvSpPr>
        <p:spPr bwMode="auto">
          <a:xfrm>
            <a:off x="1231900" y="3554095"/>
            <a:ext cx="1333500" cy="956945"/>
          </a:xfrm>
          <a:prstGeom prst="rect">
            <a:avLst/>
          </a:prstGeom>
          <a:solidFill>
            <a:srgbClr val="DEE4EF"/>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ja-JP" altLang="en-US" sz="1200" b="1" dirty="0">
                <a:solidFill>
                  <a:schemeClr val="tx1"/>
                </a:solidFill>
                <a:latin typeface="メイリオ" panose="020B0604030504040204" pitchFamily="50" charset="-128"/>
                <a:ea typeface="メイリオ" panose="020B0604030504040204" pitchFamily="50" charset="-128"/>
              </a:rPr>
              <a:t>工事関連</a:t>
            </a:r>
          </a:p>
        </p:txBody>
      </p:sp>
      <p:sp>
        <p:nvSpPr>
          <p:cNvPr id="2169883" name="Rectangle 1051"/>
          <p:cNvSpPr>
            <a:spLocks noChangeAspect="1" noChangeArrowheads="1"/>
          </p:cNvSpPr>
          <p:nvPr/>
        </p:nvSpPr>
        <p:spPr bwMode="auto">
          <a:xfrm>
            <a:off x="1231900" y="2633980"/>
            <a:ext cx="1333500" cy="925195"/>
          </a:xfrm>
          <a:prstGeom prst="rect">
            <a:avLst/>
          </a:prstGeom>
          <a:solidFill>
            <a:srgbClr val="E2EBCE"/>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ja-JP" altLang="en-US" sz="1200" b="1" dirty="0">
                <a:solidFill>
                  <a:schemeClr val="tx1"/>
                </a:solidFill>
                <a:latin typeface="メイリオ" panose="020B0604030504040204" pitchFamily="50" charset="-128"/>
                <a:ea typeface="メイリオ" panose="020B0604030504040204" pitchFamily="50" charset="-128"/>
              </a:rPr>
              <a:t>広告運用</a:t>
            </a:r>
          </a:p>
        </p:txBody>
      </p:sp>
      <p:sp>
        <p:nvSpPr>
          <p:cNvPr id="2169884" name="Rectangle 1052"/>
          <p:cNvSpPr>
            <a:spLocks noChangeAspect="1" noChangeArrowheads="1"/>
          </p:cNvSpPr>
          <p:nvPr/>
        </p:nvSpPr>
        <p:spPr bwMode="auto">
          <a:xfrm>
            <a:off x="1231900" y="4508500"/>
            <a:ext cx="1333500" cy="979805"/>
          </a:xfrm>
          <a:prstGeom prst="rect">
            <a:avLst/>
          </a:prstGeom>
          <a:solidFill>
            <a:srgbClr val="D8EDF3"/>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ja-JP" altLang="en-US" sz="1200" b="1" dirty="0">
                <a:solidFill>
                  <a:schemeClr val="tx1"/>
                </a:solidFill>
                <a:latin typeface="メイリオ" panose="020B0604030504040204" pitchFamily="50" charset="-128"/>
                <a:ea typeface="メイリオ" panose="020B0604030504040204" pitchFamily="50" charset="-128"/>
              </a:rPr>
              <a:t>エーイーシー</a:t>
            </a:r>
          </a:p>
        </p:txBody>
      </p:sp>
      <p:sp>
        <p:nvSpPr>
          <p:cNvPr id="2169885" name="Rectangle 1053"/>
          <p:cNvSpPr>
            <a:spLocks noChangeAspect="1" noChangeArrowheads="1"/>
          </p:cNvSpPr>
          <p:nvPr/>
        </p:nvSpPr>
        <p:spPr bwMode="auto">
          <a:xfrm>
            <a:off x="2564765" y="1716405"/>
            <a:ext cx="7560945" cy="3761105"/>
          </a:xfrm>
          <a:prstGeom prst="rect">
            <a:avLst/>
          </a:prstGeom>
          <a:noFill/>
          <a:ln w="12700" cap="sq">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50000"/>
              </a:spcBef>
              <a:buFontTx/>
              <a:buNone/>
            </a:pPr>
            <a:endParaRPr lang="ja-JP" altLang="ja-JP" sz="1100">
              <a:latin typeface="メイリオ" panose="020B0604030504040204" pitchFamily="50" charset="-128"/>
              <a:ea typeface="メイリオ" panose="020B0604030504040204" pitchFamily="50" charset="-128"/>
            </a:endParaRPr>
          </a:p>
        </p:txBody>
      </p:sp>
      <p:sp>
        <p:nvSpPr>
          <p:cNvPr id="2169887" name="AutoShape 1055"/>
          <p:cNvSpPr>
            <a:spLocks noChangeAspect="1" noChangeArrowheads="1"/>
          </p:cNvSpPr>
          <p:nvPr/>
        </p:nvSpPr>
        <p:spPr bwMode="auto">
          <a:xfrm>
            <a:off x="6363335" y="2837180"/>
            <a:ext cx="2150110" cy="615950"/>
          </a:xfrm>
          <a:prstGeom prst="homePlate">
            <a:avLst>
              <a:gd name="adj" fmla="val 32171"/>
            </a:avLst>
          </a:prstGeom>
          <a:solidFill>
            <a:srgbClr val="E2EBCE"/>
          </a:solidFill>
          <a:ln w="12700" cap="sq">
            <a:solidFill>
              <a:schemeClr val="tx1"/>
            </a:solidFill>
            <a:miter lim="800000"/>
          </a:ln>
          <a:effectLst/>
        </p:spPr>
        <p:txBody>
          <a:bodyPr wrap="none" anchor="ctr"/>
          <a:lstStyle/>
          <a:p>
            <a:pPr algn="ctr">
              <a:spcBef>
                <a:spcPct val="50000"/>
              </a:spcBef>
              <a:buFontTx/>
              <a:buNone/>
            </a:pPr>
            <a:r>
              <a:rPr lang="ja-JP" altLang="en-US" sz="1000" b="1" dirty="0">
                <a:solidFill>
                  <a:schemeClr val="tx1"/>
                </a:solidFill>
                <a:latin typeface="メイリオ" panose="020B0604030504040204" pitchFamily="50" charset="-128"/>
                <a:ea typeface="メイリオ" panose="020B0604030504040204" pitchFamily="50" charset="-128"/>
              </a:rPr>
              <a:t>事前入会</a:t>
            </a:r>
          </a:p>
          <a:p>
            <a:pPr algn="ctr">
              <a:spcBef>
                <a:spcPct val="50000"/>
              </a:spcBef>
              <a:buFontTx/>
              <a:buNone/>
            </a:pPr>
            <a:r>
              <a:rPr lang="ja-JP" altLang="en-US" sz="1000" b="1" dirty="0">
                <a:solidFill>
                  <a:schemeClr val="tx1"/>
                </a:solidFill>
                <a:latin typeface="メイリオ" panose="020B0604030504040204" pitchFamily="50" charset="-128"/>
                <a:ea typeface="メイリオ" panose="020B0604030504040204" pitchFamily="50" charset="-128"/>
              </a:rPr>
              <a:t>オープン前広告</a:t>
            </a:r>
          </a:p>
        </p:txBody>
      </p:sp>
      <p:sp>
        <p:nvSpPr>
          <p:cNvPr id="2169892" name="AutoShape 1060"/>
          <p:cNvSpPr>
            <a:spLocks noChangeAspect="1" noChangeArrowheads="1"/>
          </p:cNvSpPr>
          <p:nvPr/>
        </p:nvSpPr>
        <p:spPr bwMode="auto">
          <a:xfrm>
            <a:off x="4014470" y="1925955"/>
            <a:ext cx="681419" cy="615600"/>
          </a:xfrm>
          <a:prstGeom prst="homePlate">
            <a:avLst>
              <a:gd name="adj" fmla="val 25052"/>
            </a:avLst>
          </a:prstGeom>
          <a:solidFill>
            <a:srgbClr val="FFFFC8"/>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ja-JP" altLang="en-US" sz="1000" b="1" dirty="0">
                <a:latin typeface="メイリオ" panose="020B0604030504040204" pitchFamily="50" charset="-128"/>
                <a:ea typeface="メイリオ" panose="020B0604030504040204" pitchFamily="50" charset="-128"/>
              </a:rPr>
              <a:t>物件契約</a:t>
            </a:r>
          </a:p>
        </p:txBody>
      </p:sp>
      <p:cxnSp>
        <p:nvCxnSpPr>
          <p:cNvPr id="2169895" name="AutoShape 1063"/>
          <p:cNvCxnSpPr>
            <a:cxnSpLocks noChangeShapeType="1"/>
            <a:endCxn id="25" idx="1"/>
          </p:cNvCxnSpPr>
          <p:nvPr/>
        </p:nvCxnSpPr>
        <p:spPr bwMode="auto">
          <a:xfrm rot="5400000" flipV="1">
            <a:off x="1355725" y="3528060"/>
            <a:ext cx="2785110" cy="133985"/>
          </a:xfrm>
          <a:prstGeom prst="bentConnector2">
            <a:avLst/>
          </a:prstGeom>
          <a:noFill/>
          <a:ln w="25400">
            <a:solidFill>
              <a:schemeClr val="tx1"/>
            </a:solidFill>
            <a:prstDash val="dash"/>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69897" name="AutoShape 1065"/>
          <p:cNvSpPr>
            <a:spLocks noChangeAspect="1" noChangeArrowheads="1"/>
          </p:cNvSpPr>
          <p:nvPr/>
        </p:nvSpPr>
        <p:spPr bwMode="auto">
          <a:xfrm>
            <a:off x="4073525" y="4679315"/>
            <a:ext cx="365760" cy="615315"/>
          </a:xfrm>
          <a:prstGeom prst="homePlate">
            <a:avLst>
              <a:gd name="adj" fmla="val 29912"/>
            </a:avLst>
          </a:prstGeom>
          <a:solidFill>
            <a:srgbClr val="D8EDF3"/>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ja-JP" altLang="en-US" sz="1000" b="1" dirty="0">
                <a:latin typeface="メイリオ" panose="020B0604030504040204" pitchFamily="50" charset="-128"/>
                <a:ea typeface="メイリオ" panose="020B0604030504040204" pitchFamily="50" charset="-128"/>
              </a:rPr>
              <a:t>加盟</a:t>
            </a:r>
          </a:p>
          <a:p>
            <a:pPr algn="ctr">
              <a:spcBef>
                <a:spcPct val="50000"/>
              </a:spcBef>
              <a:buFontTx/>
              <a:buNone/>
            </a:pPr>
            <a:r>
              <a:rPr lang="ja-JP" altLang="en-US" sz="1000" b="1" dirty="0">
                <a:latin typeface="メイリオ" panose="020B0604030504040204" pitchFamily="50" charset="-128"/>
                <a:ea typeface="メイリオ" panose="020B0604030504040204" pitchFamily="50" charset="-128"/>
              </a:rPr>
              <a:t>契約</a:t>
            </a:r>
          </a:p>
        </p:txBody>
      </p:sp>
      <p:sp>
        <p:nvSpPr>
          <p:cNvPr id="2169898" name="AutoShape 1066"/>
          <p:cNvSpPr>
            <a:spLocks noChangeAspect="1" noChangeArrowheads="1"/>
          </p:cNvSpPr>
          <p:nvPr/>
        </p:nvSpPr>
        <p:spPr bwMode="auto">
          <a:xfrm>
            <a:off x="8514080" y="1925955"/>
            <a:ext cx="1068705" cy="615950"/>
          </a:xfrm>
          <a:prstGeom prst="homePlate">
            <a:avLst>
              <a:gd name="adj" fmla="val 32171"/>
            </a:avLst>
          </a:prstGeom>
          <a:solidFill>
            <a:srgbClr val="FFFFC8"/>
          </a:solidFill>
          <a:ln w="12700" cap="sq">
            <a:solidFill>
              <a:schemeClr val="tx1"/>
            </a:solidFill>
            <a:miter lim="800000"/>
          </a:ln>
          <a:effectLst/>
        </p:spPr>
        <p:txBody>
          <a:bodyPr wrap="none" anchor="ctr"/>
          <a:lstStyle/>
          <a:p>
            <a:pPr algn="ctr">
              <a:spcBef>
                <a:spcPct val="50000"/>
              </a:spcBef>
              <a:buFontTx/>
              <a:buNone/>
            </a:pPr>
            <a:r>
              <a:rPr lang="ja-JP" altLang="en-US" sz="1000" b="1" dirty="0">
                <a:solidFill>
                  <a:srgbClr val="FF0000"/>
                </a:solidFill>
                <a:latin typeface="メイリオ" panose="020B0604030504040204" pitchFamily="50" charset="-128"/>
                <a:ea typeface="メイリオ" panose="020B0604030504040204" pitchFamily="50" charset="-128"/>
              </a:rPr>
              <a:t>グランドオープン</a:t>
            </a:r>
          </a:p>
        </p:txBody>
      </p:sp>
      <p:sp>
        <p:nvSpPr>
          <p:cNvPr id="2169901" name="Text Box 1069"/>
          <p:cNvSpPr txBox="1">
            <a:spLocks noChangeArrowheads="1"/>
          </p:cNvSpPr>
          <p:nvPr/>
        </p:nvSpPr>
        <p:spPr bwMode="auto">
          <a:xfrm>
            <a:off x="584645" y="574576"/>
            <a:ext cx="63550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0"/>
              </a:spcBef>
              <a:buFontTx/>
              <a:buNone/>
            </a:pPr>
            <a:r>
              <a:rPr kumimoji="0" lang="ja-JP" altLang="en-US" sz="1800" dirty="0">
                <a:latin typeface="メイリオ" panose="020B0604030504040204" pitchFamily="50" charset="-128"/>
                <a:ea typeface="メイリオ" panose="020B0604030504040204" pitchFamily="50" charset="-128"/>
              </a:rPr>
              <a:t>プロジェクトは以下のようなスケジュールを考えております</a:t>
            </a:r>
          </a:p>
        </p:txBody>
      </p:sp>
      <p:sp>
        <p:nvSpPr>
          <p:cNvPr id="2" name="Text Box 2"/>
          <p:cNvSpPr txBox="1">
            <a:spLocks noChangeArrowheads="1"/>
          </p:cNvSpPr>
          <p:nvPr/>
        </p:nvSpPr>
        <p:spPr bwMode="auto">
          <a:xfrm>
            <a:off x="584645" y="130632"/>
            <a:ext cx="69119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ja-JP" altLang="en-US" sz="1800" b="1" dirty="0">
                <a:latin typeface="メイリオ" panose="020B0604030504040204" pitchFamily="50" charset="-128"/>
                <a:ea typeface="メイリオ" panose="020B0604030504040204" pitchFamily="50" charset="-128"/>
                <a:cs typeface="メイリオ" panose="020B0604030504040204" pitchFamily="50" charset="-128"/>
              </a:rPr>
              <a:t>概算スケジュール</a:t>
            </a:r>
            <a:endParaRPr kumimoji="1" lang="ja-JP" altLang="en-US" sz="105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 name="Line 4"/>
          <p:cNvSpPr>
            <a:spLocks noChangeShapeType="1"/>
          </p:cNvSpPr>
          <p:nvPr/>
        </p:nvSpPr>
        <p:spPr bwMode="auto">
          <a:xfrm>
            <a:off x="625147" y="471689"/>
            <a:ext cx="91440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2169870" name="Rectangle 1038"/>
          <p:cNvSpPr>
            <a:spLocks noChangeArrowheads="1"/>
          </p:cNvSpPr>
          <p:nvPr/>
        </p:nvSpPr>
        <p:spPr bwMode="auto">
          <a:xfrm>
            <a:off x="5810885" y="1271270"/>
            <a:ext cx="1080135" cy="445770"/>
          </a:xfrm>
          <a:prstGeom prst="rect">
            <a:avLst/>
          </a:prstGeom>
          <a:solidFill>
            <a:schemeClr val="tx2">
              <a:lumMod val="60000"/>
              <a:lumOff val="40000"/>
            </a:schemeClr>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en-US" altLang="ja-JP"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2</a:t>
            </a:r>
            <a:r>
              <a:rPr lang="ja-JP" altLang="en-US"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ヶ月目</a:t>
            </a:r>
          </a:p>
        </p:txBody>
      </p:sp>
      <p:sp>
        <p:nvSpPr>
          <p:cNvPr id="2169871" name="Rectangle 1039"/>
          <p:cNvSpPr>
            <a:spLocks noChangeArrowheads="1"/>
          </p:cNvSpPr>
          <p:nvPr/>
        </p:nvSpPr>
        <p:spPr bwMode="auto">
          <a:xfrm>
            <a:off x="6878955" y="1270635"/>
            <a:ext cx="1118870" cy="445770"/>
          </a:xfrm>
          <a:prstGeom prst="rect">
            <a:avLst/>
          </a:prstGeom>
          <a:solidFill>
            <a:schemeClr val="tx2">
              <a:lumMod val="60000"/>
              <a:lumOff val="40000"/>
            </a:schemeClr>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en-US" altLang="ja-JP"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3</a:t>
            </a:r>
            <a:r>
              <a:rPr lang="ja-JP" altLang="en-US"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ヶ月目</a:t>
            </a:r>
          </a:p>
        </p:txBody>
      </p:sp>
      <p:sp>
        <p:nvSpPr>
          <p:cNvPr id="2169872" name="Rectangle 1040"/>
          <p:cNvSpPr>
            <a:spLocks noChangeArrowheads="1"/>
          </p:cNvSpPr>
          <p:nvPr/>
        </p:nvSpPr>
        <p:spPr bwMode="auto">
          <a:xfrm>
            <a:off x="7958455" y="1270635"/>
            <a:ext cx="1118870" cy="445770"/>
          </a:xfrm>
          <a:prstGeom prst="rect">
            <a:avLst/>
          </a:prstGeom>
          <a:solidFill>
            <a:schemeClr val="tx2">
              <a:lumMod val="60000"/>
              <a:lumOff val="40000"/>
            </a:schemeClr>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en-US" altLang="ja-JP"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ヶ月目</a:t>
            </a:r>
          </a:p>
        </p:txBody>
      </p:sp>
      <p:sp>
        <p:nvSpPr>
          <p:cNvPr id="2169873" name="Rectangle 1041"/>
          <p:cNvSpPr>
            <a:spLocks noChangeArrowheads="1"/>
          </p:cNvSpPr>
          <p:nvPr/>
        </p:nvSpPr>
        <p:spPr bwMode="auto">
          <a:xfrm>
            <a:off x="9057730" y="1270160"/>
            <a:ext cx="1080000" cy="446400"/>
          </a:xfrm>
          <a:prstGeom prst="rect">
            <a:avLst/>
          </a:prstGeom>
          <a:solidFill>
            <a:schemeClr val="tx2">
              <a:lumMod val="60000"/>
              <a:lumOff val="40000"/>
            </a:schemeClr>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en-US" altLang="ja-JP"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ヶ月目</a:t>
            </a:r>
          </a:p>
        </p:txBody>
      </p:sp>
      <p:sp>
        <p:nvSpPr>
          <p:cNvPr id="2169893" name="Rectangle 1061"/>
          <p:cNvSpPr>
            <a:spLocks noChangeArrowheads="1"/>
          </p:cNvSpPr>
          <p:nvPr/>
        </p:nvSpPr>
        <p:spPr bwMode="auto">
          <a:xfrm>
            <a:off x="2573655" y="1270635"/>
            <a:ext cx="2160905" cy="446405"/>
          </a:xfrm>
          <a:prstGeom prst="rect">
            <a:avLst/>
          </a:prstGeom>
          <a:solidFill>
            <a:schemeClr val="tx2">
              <a:lumMod val="60000"/>
              <a:lumOff val="40000"/>
            </a:schemeClr>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ja-JP" altLang="en-US" sz="1200" b="1" dirty="0">
                <a:solidFill>
                  <a:schemeClr val="bg1"/>
                </a:solidFill>
                <a:latin typeface="メイリオ" panose="020B0604030504040204" pitchFamily="50" charset="-128"/>
                <a:ea typeface="メイリオ" panose="020B0604030504040204" pitchFamily="50" charset="-128"/>
              </a:rPr>
              <a:t>契約前</a:t>
            </a:r>
          </a:p>
        </p:txBody>
      </p:sp>
      <p:sp>
        <p:nvSpPr>
          <p:cNvPr id="2169869" name="Rectangle 1037"/>
          <p:cNvSpPr>
            <a:spLocks noChangeArrowheads="1"/>
          </p:cNvSpPr>
          <p:nvPr/>
        </p:nvSpPr>
        <p:spPr bwMode="auto">
          <a:xfrm>
            <a:off x="4727575" y="1271270"/>
            <a:ext cx="1083310" cy="445770"/>
          </a:xfrm>
          <a:prstGeom prst="rect">
            <a:avLst/>
          </a:prstGeom>
          <a:solidFill>
            <a:schemeClr val="tx2">
              <a:lumMod val="60000"/>
              <a:lumOff val="40000"/>
            </a:schemeClr>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en-US" altLang="ja-JP"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sym typeface="+mn-ea"/>
              </a:rPr>
              <a:t>1</a:t>
            </a:r>
            <a:r>
              <a:rPr lang="ja-JP" altLang="en-US"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sym typeface="+mn-ea"/>
              </a:rPr>
              <a:t>ヶ月目</a:t>
            </a:r>
            <a:endParaRPr lang="ja-JP" altLang="en-US" sz="1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AutoShape 1066"/>
          <p:cNvSpPr>
            <a:spLocks noChangeAspect="1" noChangeArrowheads="1"/>
          </p:cNvSpPr>
          <p:nvPr/>
        </p:nvSpPr>
        <p:spPr bwMode="auto">
          <a:xfrm>
            <a:off x="8514080" y="4679950"/>
            <a:ext cx="1616710" cy="615315"/>
          </a:xfrm>
          <a:prstGeom prst="homePlate">
            <a:avLst>
              <a:gd name="adj" fmla="val 32171"/>
            </a:avLst>
          </a:prstGeom>
          <a:solidFill>
            <a:srgbClr val="D8EDF3"/>
          </a:solidFill>
          <a:ln w="12700" cap="sq">
            <a:solidFill>
              <a:schemeClr val="tx1"/>
            </a:solidFill>
            <a:miter lim="800000"/>
          </a:ln>
          <a:effectLst/>
        </p:spPr>
        <p:txBody>
          <a:bodyPr wrap="none" anchor="ctr"/>
          <a:lstStyle/>
          <a:p>
            <a:pPr algn="ctr">
              <a:spcBef>
                <a:spcPct val="50000"/>
              </a:spcBef>
              <a:buFontTx/>
              <a:buNone/>
            </a:pPr>
            <a:r>
              <a:rPr lang="ja-JP" altLang="en-US" sz="1000" b="1" dirty="0">
                <a:latin typeface="メイリオ" panose="020B0604030504040204" pitchFamily="50" charset="-128"/>
                <a:ea typeface="メイリオ" panose="020B0604030504040204" pitchFamily="50" charset="-128"/>
              </a:rPr>
              <a:t>アフターサポート</a:t>
            </a:r>
          </a:p>
        </p:txBody>
      </p:sp>
      <p:sp>
        <p:nvSpPr>
          <p:cNvPr id="6" name="Rectangle 1030"/>
          <p:cNvSpPr>
            <a:spLocks noChangeArrowheads="1"/>
          </p:cNvSpPr>
          <p:nvPr/>
        </p:nvSpPr>
        <p:spPr bwMode="auto">
          <a:xfrm>
            <a:off x="5810885" y="1715770"/>
            <a:ext cx="1080135" cy="3761740"/>
          </a:xfrm>
          <a:prstGeom prst="rect">
            <a:avLst/>
          </a:prstGeom>
          <a:noFill/>
          <a:ln w="9525" cap="rnd">
            <a:solidFill>
              <a:schemeClr val="tx1"/>
            </a:solidFill>
            <a:prstDash val="sysDot"/>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endParaRPr lang="ja-JP" altLang="ja-JP" sz="1200">
              <a:latin typeface="メイリオ" panose="020B0604030504040204" pitchFamily="50" charset="-128"/>
              <a:ea typeface="メイリオ" panose="020B0604030504040204" pitchFamily="50" charset="-128"/>
            </a:endParaRPr>
          </a:p>
        </p:txBody>
      </p:sp>
      <p:sp>
        <p:nvSpPr>
          <p:cNvPr id="18" name="角丸四角形吹き出し 17"/>
          <p:cNvSpPr/>
          <p:nvPr/>
        </p:nvSpPr>
        <p:spPr>
          <a:xfrm>
            <a:off x="8879840" y="5857200"/>
            <a:ext cx="1435735" cy="836295"/>
          </a:xfrm>
          <a:prstGeom prst="wedgeRoundRectCallout">
            <a:avLst>
              <a:gd name="adj1" fmla="val -37660"/>
              <a:gd name="adj2" fmla="val -116130"/>
              <a:gd name="adj3" fmla="val 16667"/>
            </a:avLst>
          </a:prstGeom>
          <a:solidFill>
            <a:srgbClr val="F0D3D3"/>
          </a:solidFill>
          <a:ln>
            <a:noFill/>
          </a:ln>
        </p:spPr>
        <p:style>
          <a:lnRef idx="2">
            <a:schemeClr val="dk1"/>
          </a:lnRef>
          <a:fillRef idx="1">
            <a:schemeClr val="lt1"/>
          </a:fillRef>
          <a:effectRef idx="0">
            <a:schemeClr val="dk1"/>
          </a:effectRef>
          <a:fontRef idx="minor">
            <a:schemeClr val="dk1"/>
          </a:fontRef>
        </p:style>
        <p:txBody>
          <a:bodyPr rot="0" vertOverflow="overflow" horzOverflow="overflow" vert="horz" wrap="square" lIns="144000" tIns="0" rIns="144000" bIns="25200" numCol="1" spcCol="0" rtlCol="0" fromWordArt="0" anchor="ctr" anchorCtr="0" forceAA="0" compatLnSpc="1">
            <a:noAutofit/>
            <a:scene3d>
              <a:camera prst="orthographicFront"/>
              <a:lightRig rig="threePt" dir="t"/>
            </a:scene3d>
          </a:bodyPr>
          <a:lstStyle/>
          <a:p>
            <a:pPr algn="ctr"/>
            <a:r>
              <a:rPr kumimoji="1" lang="ja-JP" altLang="en-US" sz="1000" dirty="0">
                <a:solidFill>
                  <a:srgbClr val="FF0000"/>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rPr>
              <a:t>第</a:t>
            </a:r>
            <a:r>
              <a:rPr kumimoji="1" lang="en-US" altLang="ja-JP" sz="1000" dirty="0">
                <a:solidFill>
                  <a:srgbClr val="FF0000"/>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rPr>
              <a:t>4</a:t>
            </a:r>
            <a:r>
              <a:rPr kumimoji="1" lang="ja-JP" altLang="en-US" sz="1000" dirty="0">
                <a:solidFill>
                  <a:srgbClr val="FF0000"/>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rPr>
              <a:t>回入金</a:t>
            </a:r>
          </a:p>
          <a:p>
            <a:pPr algn="ctr"/>
            <a:r>
              <a:rPr kumimoji="1" lang="ja-JP" altLang="en-US" sz="1000" dirty="0">
                <a:solidFill>
                  <a:srgbClr val="FF0000"/>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rPr>
              <a:t>オープン月末</a:t>
            </a:r>
          </a:p>
          <a:p>
            <a:pPr algn="ctr"/>
            <a:endParaRPr kumimoji="1" lang="ja-JP" altLang="en-US" sz="1000" dirty="0">
              <a:solidFill>
                <a:schemeClr val="tx1"/>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000" dirty="0">
                <a:solidFill>
                  <a:schemeClr val="tx1"/>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sym typeface="+mn-ea"/>
              </a:rPr>
              <a:t>合計金額の</a:t>
            </a:r>
            <a:r>
              <a:rPr kumimoji="1" lang="en-US" altLang="ja-JP" sz="1000" dirty="0">
                <a:solidFill>
                  <a:schemeClr val="tx1"/>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sym typeface="+mn-ea"/>
              </a:rPr>
              <a:t>60%</a:t>
            </a:r>
          </a:p>
        </p:txBody>
      </p:sp>
      <p:sp>
        <p:nvSpPr>
          <p:cNvPr id="19" name="AutoShape 1065"/>
          <p:cNvSpPr>
            <a:spLocks noChangeAspect="1" noChangeArrowheads="1"/>
          </p:cNvSpPr>
          <p:nvPr/>
        </p:nvSpPr>
        <p:spPr bwMode="auto">
          <a:xfrm>
            <a:off x="7326630" y="4678680"/>
            <a:ext cx="249555" cy="615315"/>
          </a:xfrm>
          <a:prstGeom prst="homePlate">
            <a:avLst>
              <a:gd name="adj" fmla="val 32036"/>
            </a:avLst>
          </a:prstGeom>
          <a:solidFill>
            <a:srgbClr val="D8EDF3"/>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ja-JP" altLang="en-US" sz="1000" b="1" dirty="0">
                <a:latin typeface="メイリオ" panose="020B0604030504040204" pitchFamily="50" charset="-128"/>
                <a:ea typeface="メイリオ" panose="020B0604030504040204" pitchFamily="50" charset="-128"/>
              </a:rPr>
              <a:t>納</a:t>
            </a:r>
          </a:p>
          <a:p>
            <a:pPr algn="ctr">
              <a:spcBef>
                <a:spcPct val="50000"/>
              </a:spcBef>
              <a:buFontTx/>
              <a:buNone/>
            </a:pPr>
            <a:r>
              <a:rPr lang="ja-JP" altLang="en-US" sz="1000" b="1" dirty="0">
                <a:latin typeface="メイリオ" panose="020B0604030504040204" pitchFamily="50" charset="-128"/>
                <a:ea typeface="メイリオ" panose="020B0604030504040204" pitchFamily="50" charset="-128"/>
              </a:rPr>
              <a:t>品</a:t>
            </a:r>
          </a:p>
        </p:txBody>
      </p:sp>
      <p:sp>
        <p:nvSpPr>
          <p:cNvPr id="20" name="AutoShape 1066"/>
          <p:cNvSpPr>
            <a:spLocks noChangeAspect="1" noChangeArrowheads="1"/>
          </p:cNvSpPr>
          <p:nvPr/>
        </p:nvSpPr>
        <p:spPr bwMode="auto">
          <a:xfrm>
            <a:off x="7957820" y="1917110"/>
            <a:ext cx="532765" cy="615950"/>
          </a:xfrm>
          <a:prstGeom prst="homePlate">
            <a:avLst>
              <a:gd name="adj" fmla="val 32171"/>
            </a:avLst>
          </a:prstGeom>
          <a:solidFill>
            <a:srgbClr val="FFFFC8"/>
          </a:solidFill>
          <a:ln w="12700" cap="sq">
            <a:solidFill>
              <a:schemeClr val="tx1"/>
            </a:solidFill>
            <a:miter lim="800000"/>
          </a:ln>
          <a:effectLst/>
        </p:spPr>
        <p:txBody>
          <a:bodyPr wrap="none" anchor="ctr"/>
          <a:lstStyle/>
          <a:p>
            <a:pPr algn="ctr">
              <a:spcBef>
                <a:spcPct val="50000"/>
              </a:spcBef>
              <a:buFontTx/>
              <a:buNone/>
            </a:pPr>
            <a:r>
              <a:rPr lang="ja-JP" altLang="ja-JP" sz="1000" b="1" dirty="0">
                <a:latin typeface="メイリオ" panose="020B0604030504040204" pitchFamily="50" charset="-128"/>
                <a:ea typeface="メイリオ" panose="020B0604030504040204" pitchFamily="50" charset="-128"/>
              </a:rPr>
              <a:t>体験</a:t>
            </a:r>
          </a:p>
          <a:p>
            <a:pPr algn="ctr">
              <a:spcBef>
                <a:spcPct val="50000"/>
              </a:spcBef>
              <a:buFontTx/>
              <a:buNone/>
            </a:pPr>
            <a:r>
              <a:rPr lang="ja-JP" altLang="ja-JP" sz="1000" b="1" dirty="0">
                <a:latin typeface="メイリオ" panose="020B0604030504040204" pitchFamily="50" charset="-128"/>
                <a:ea typeface="メイリオ" panose="020B0604030504040204" pitchFamily="50" charset="-128"/>
              </a:rPr>
              <a:t>見学会</a:t>
            </a:r>
          </a:p>
        </p:txBody>
      </p:sp>
      <p:sp>
        <p:nvSpPr>
          <p:cNvPr id="13" name="AutoShape 1035"/>
          <p:cNvSpPr>
            <a:spLocks noChangeAspect="1" noChangeArrowheads="1"/>
          </p:cNvSpPr>
          <p:nvPr/>
        </p:nvSpPr>
        <p:spPr bwMode="auto">
          <a:xfrm>
            <a:off x="3338830" y="3750310"/>
            <a:ext cx="367030" cy="615315"/>
          </a:xfrm>
          <a:prstGeom prst="homePlate">
            <a:avLst>
              <a:gd name="adj" fmla="val 24836"/>
            </a:avLst>
          </a:prstGeom>
          <a:solidFill>
            <a:srgbClr val="DEE4EF"/>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ja-JP" altLang="en-US" sz="1000" b="1" dirty="0">
                <a:latin typeface="メイリオ" panose="020B0604030504040204" pitchFamily="50" charset="-128"/>
                <a:ea typeface="メイリオ" panose="020B0604030504040204" pitchFamily="50" charset="-128"/>
              </a:rPr>
              <a:t>現地</a:t>
            </a:r>
          </a:p>
          <a:p>
            <a:pPr algn="ctr">
              <a:spcBef>
                <a:spcPct val="50000"/>
              </a:spcBef>
              <a:buFontTx/>
              <a:buNone/>
            </a:pPr>
            <a:r>
              <a:rPr lang="ja-JP" altLang="en-US" sz="1000" b="1" dirty="0">
                <a:latin typeface="メイリオ" panose="020B0604030504040204" pitchFamily="50" charset="-128"/>
                <a:ea typeface="メイリオ" panose="020B0604030504040204" pitchFamily="50" charset="-128"/>
              </a:rPr>
              <a:t>調査</a:t>
            </a:r>
          </a:p>
        </p:txBody>
      </p:sp>
      <p:cxnSp>
        <p:nvCxnSpPr>
          <p:cNvPr id="7" name="AutoShape 1063"/>
          <p:cNvCxnSpPr>
            <a:cxnSpLocks noChangeShapeType="1"/>
          </p:cNvCxnSpPr>
          <p:nvPr/>
        </p:nvCxnSpPr>
        <p:spPr bwMode="auto">
          <a:xfrm>
            <a:off x="2706370" y="2214880"/>
            <a:ext cx="1256665" cy="3175"/>
          </a:xfrm>
          <a:prstGeom prst="bentConnector2">
            <a:avLst/>
          </a:prstGeom>
          <a:noFill/>
          <a:ln w="25400">
            <a:solidFill>
              <a:schemeClr val="tx1"/>
            </a:solidFill>
            <a:prstDash val="dash"/>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AutoShape 1063"/>
          <p:cNvCxnSpPr>
            <a:cxnSpLocks noChangeShapeType="1"/>
            <a:endCxn id="2169887" idx="1"/>
          </p:cNvCxnSpPr>
          <p:nvPr/>
        </p:nvCxnSpPr>
        <p:spPr bwMode="auto">
          <a:xfrm flipV="1">
            <a:off x="2693035" y="3145155"/>
            <a:ext cx="3670300" cy="3175"/>
          </a:xfrm>
          <a:prstGeom prst="bentConnector3">
            <a:avLst>
              <a:gd name="adj1" fmla="val 50017"/>
            </a:avLst>
          </a:prstGeom>
          <a:noFill/>
          <a:ln w="25400">
            <a:solidFill>
              <a:schemeClr val="tx1"/>
            </a:solidFill>
            <a:prstDash val="dash"/>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AutoShape 1035"/>
          <p:cNvSpPr>
            <a:spLocks noChangeAspect="1" noChangeArrowheads="1"/>
          </p:cNvSpPr>
          <p:nvPr/>
        </p:nvSpPr>
        <p:spPr bwMode="auto">
          <a:xfrm>
            <a:off x="3705860" y="3750310"/>
            <a:ext cx="1029335" cy="615315"/>
          </a:xfrm>
          <a:prstGeom prst="homePlate">
            <a:avLst>
              <a:gd name="adj" fmla="val 29754"/>
            </a:avLst>
          </a:prstGeom>
          <a:solidFill>
            <a:srgbClr val="DEE4EF"/>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ja-JP" altLang="ja-JP" sz="1000" b="1" dirty="0">
                <a:latin typeface="メイリオ" panose="020B0604030504040204" pitchFamily="50" charset="-128"/>
                <a:ea typeface="メイリオ" panose="020B0604030504040204" pitchFamily="50" charset="-128"/>
              </a:rPr>
              <a:t>仕様確定</a:t>
            </a:r>
          </a:p>
        </p:txBody>
      </p:sp>
      <p:cxnSp>
        <p:nvCxnSpPr>
          <p:cNvPr id="21" name="AutoShape 1063"/>
          <p:cNvCxnSpPr>
            <a:cxnSpLocks noChangeShapeType="1"/>
          </p:cNvCxnSpPr>
          <p:nvPr/>
        </p:nvCxnSpPr>
        <p:spPr bwMode="auto">
          <a:xfrm flipV="1">
            <a:off x="2688590" y="4043680"/>
            <a:ext cx="566420" cy="10160"/>
          </a:xfrm>
          <a:prstGeom prst="bentConnector3">
            <a:avLst>
              <a:gd name="adj1" fmla="val 50112"/>
            </a:avLst>
          </a:prstGeom>
          <a:noFill/>
          <a:ln w="25400">
            <a:solidFill>
              <a:schemeClr val="tx1"/>
            </a:solidFill>
            <a:prstDash val="dash"/>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AutoShape 1059"/>
          <p:cNvSpPr>
            <a:spLocks noChangeAspect="1" noChangeArrowheads="1"/>
          </p:cNvSpPr>
          <p:nvPr/>
        </p:nvSpPr>
        <p:spPr bwMode="auto">
          <a:xfrm>
            <a:off x="4727575" y="1925955"/>
            <a:ext cx="2599055" cy="615315"/>
          </a:xfrm>
          <a:prstGeom prst="homePlate">
            <a:avLst>
              <a:gd name="adj" fmla="val 33880"/>
            </a:avLst>
          </a:prstGeom>
          <a:solidFill>
            <a:srgbClr val="FFFFC8"/>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en-US" altLang="ja-JP" sz="1000" b="1" dirty="0">
                <a:latin typeface="メイリオ" panose="020B0604030504040204" pitchFamily="50" charset="-128"/>
                <a:ea typeface="メイリオ" panose="020B0604030504040204" pitchFamily="50" charset="-128"/>
                <a:cs typeface="メイリオ" panose="020B0604030504040204" pitchFamily="50" charset="-128"/>
              </a:rPr>
              <a:t>USEN</a:t>
            </a:r>
            <a:r>
              <a:rPr lang="ja-JP" altLang="en-US" sz="1000" b="1"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000" b="1" dirty="0">
                <a:latin typeface="メイリオ" panose="020B0604030504040204" pitchFamily="50" charset="-128"/>
                <a:ea typeface="メイリオ" panose="020B0604030504040204" pitchFamily="50" charset="-128"/>
                <a:cs typeface="メイリオ" panose="020B0604030504040204" pitchFamily="50" charset="-128"/>
              </a:rPr>
              <a:t>ALSOK</a:t>
            </a:r>
            <a:r>
              <a:rPr lang="ja-JP" altLang="en-US" sz="1000" b="1" dirty="0">
                <a:latin typeface="メイリオ" panose="020B0604030504040204" pitchFamily="50" charset="-128"/>
                <a:ea typeface="メイリオ" panose="020B0604030504040204" pitchFamily="50" charset="-128"/>
                <a:cs typeface="メイリオ" panose="020B0604030504040204" pitchFamily="50" charset="-128"/>
              </a:rPr>
              <a:t>、自販機　契約</a:t>
            </a:r>
          </a:p>
          <a:p>
            <a:pPr algn="ctr">
              <a:spcBef>
                <a:spcPct val="50000"/>
              </a:spcBef>
              <a:buFontTx/>
              <a:buNone/>
            </a:pPr>
            <a:r>
              <a:rPr lang="ja-JP" altLang="en-US" sz="1000" b="1" dirty="0">
                <a:latin typeface="メイリオ" panose="020B0604030504040204" pitchFamily="50" charset="-128"/>
                <a:ea typeface="メイリオ" panose="020B0604030504040204" pitchFamily="50" charset="-128"/>
                <a:cs typeface="メイリオ" panose="020B0604030504040204" pitchFamily="50" charset="-128"/>
              </a:rPr>
              <a:t>工事立会、店舗運営研修</a:t>
            </a:r>
          </a:p>
        </p:txBody>
      </p:sp>
      <p:sp>
        <p:nvSpPr>
          <p:cNvPr id="23" name="AutoShape 1066"/>
          <p:cNvSpPr>
            <a:spLocks noChangeAspect="1" noChangeArrowheads="1"/>
          </p:cNvSpPr>
          <p:nvPr/>
        </p:nvSpPr>
        <p:spPr bwMode="auto">
          <a:xfrm>
            <a:off x="4733925" y="4679950"/>
            <a:ext cx="2592705" cy="615315"/>
          </a:xfrm>
          <a:prstGeom prst="homePlate">
            <a:avLst>
              <a:gd name="adj" fmla="val 32171"/>
            </a:avLst>
          </a:prstGeom>
          <a:solidFill>
            <a:srgbClr val="D8EDF3"/>
          </a:solidFill>
          <a:ln w="12700" cap="sq">
            <a:solidFill>
              <a:schemeClr val="tx1"/>
            </a:solidFill>
            <a:miter lim="800000"/>
          </a:ln>
          <a:effectLst/>
        </p:spPr>
        <p:txBody>
          <a:bodyPr wrap="none" anchor="ctr"/>
          <a:lstStyle/>
          <a:p>
            <a:pPr algn="ctr">
              <a:spcBef>
                <a:spcPct val="50000"/>
              </a:spcBef>
              <a:buFontTx/>
              <a:buNone/>
            </a:pPr>
            <a:r>
              <a:rPr lang="ja-JP" altLang="en-US" sz="1000" b="1" dirty="0">
                <a:latin typeface="メイリオ" panose="020B0604030504040204" pitchFamily="50" charset="-128"/>
                <a:ea typeface="メイリオ" panose="020B0604030504040204" pitchFamily="50" charset="-128"/>
                <a:cs typeface="メイリオ" panose="020B0604030504040204" pitchFamily="50" charset="-128"/>
              </a:rPr>
              <a:t>開業前フォローアップ</a:t>
            </a:r>
          </a:p>
          <a:p>
            <a:pPr algn="ctr">
              <a:spcBef>
                <a:spcPct val="50000"/>
              </a:spcBef>
              <a:buFontTx/>
              <a:buNone/>
            </a:pPr>
            <a:r>
              <a:rPr lang="en-US" altLang="ja-JP" sz="1000" dirty="0">
                <a:latin typeface="メイリオ" panose="020B0604030504040204" pitchFamily="50" charset="-128"/>
                <a:ea typeface="メイリオ" panose="020B0604030504040204" pitchFamily="50" charset="-128"/>
                <a:cs typeface="メイリオ" panose="020B0604030504040204" pitchFamily="50" charset="-128"/>
                <a:sym typeface="+mn-ea"/>
              </a:rPr>
              <a:t>HP</a:t>
            </a: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sym typeface="+mn-ea"/>
              </a:rPr>
              <a:t>、システム、広告作成</a:t>
            </a:r>
            <a:r>
              <a:rPr lang="en-US" altLang="ja-JP" sz="1000" dirty="0">
                <a:latin typeface="メイリオ" panose="020B0604030504040204" pitchFamily="50" charset="-128"/>
                <a:ea typeface="メイリオ" panose="020B0604030504040204" pitchFamily="50" charset="-128"/>
                <a:cs typeface="メイリオ" panose="020B0604030504040204" pitchFamily="50" charset="-128"/>
                <a:sym typeface="+mn-ea"/>
              </a:rPr>
              <a:t> etc...</a:t>
            </a:r>
          </a:p>
        </p:txBody>
      </p:sp>
      <p:sp>
        <p:nvSpPr>
          <p:cNvPr id="24" name="角丸四角形吹き出し 23"/>
          <p:cNvSpPr/>
          <p:nvPr/>
        </p:nvSpPr>
        <p:spPr>
          <a:xfrm>
            <a:off x="1492250" y="5856605"/>
            <a:ext cx="1564640" cy="837565"/>
          </a:xfrm>
          <a:prstGeom prst="wedgeRoundRectCallout">
            <a:avLst>
              <a:gd name="adj1" fmla="val 36931"/>
              <a:gd name="adj2" fmla="val -113457"/>
              <a:gd name="adj3" fmla="val 16667"/>
            </a:avLst>
          </a:prstGeom>
          <a:solidFill>
            <a:srgbClr val="F0D3D3"/>
          </a:solidFill>
          <a:ln>
            <a:noFill/>
          </a:ln>
        </p:spPr>
        <p:style>
          <a:lnRef idx="2">
            <a:schemeClr val="dk1"/>
          </a:lnRef>
          <a:fillRef idx="1">
            <a:schemeClr val="lt1"/>
          </a:fillRef>
          <a:effectRef idx="0">
            <a:schemeClr val="dk1"/>
          </a:effectRef>
          <a:fontRef idx="minor">
            <a:schemeClr val="dk1"/>
          </a:fontRef>
        </p:style>
        <p:txBody>
          <a:bodyPr rot="0" vertOverflow="overflow" horzOverflow="overflow" vert="horz" wrap="square" lIns="144000" tIns="0" rIns="144000" bIns="25200" numCol="1" spcCol="0" rtlCol="0" fromWordArt="0" anchor="ctr" anchorCtr="0" forceAA="0" compatLnSpc="1">
            <a:noAutofit/>
            <a:scene3d>
              <a:camera prst="orthographicFront"/>
              <a:lightRig rig="threePt" dir="t"/>
            </a:scene3d>
          </a:bodyPr>
          <a:lstStyle/>
          <a:p>
            <a:pPr algn="ctr"/>
            <a:r>
              <a:rPr kumimoji="1" lang="ja-JP" altLang="en-US" sz="1000" dirty="0">
                <a:solidFill>
                  <a:srgbClr val="FF0000"/>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rPr>
              <a:t>第１回入金</a:t>
            </a:r>
          </a:p>
          <a:p>
            <a:pPr algn="ctr"/>
            <a:r>
              <a:rPr kumimoji="1" lang="ja-JP" altLang="en-US" sz="1000" dirty="0">
                <a:solidFill>
                  <a:srgbClr val="FF0000"/>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rPr>
              <a:t>仮加盟契約時</a:t>
            </a:r>
          </a:p>
          <a:p>
            <a:pPr algn="ctr"/>
            <a:endParaRPr kumimoji="1" lang="ja-JP" altLang="en-US" sz="1200" dirty="0">
              <a:solidFill>
                <a:schemeClr val="tx1"/>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zh-CN" sz="1000" dirty="0">
                <a:solidFill>
                  <a:schemeClr val="tx1"/>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sym typeface="+mn-ea"/>
              </a:rPr>
              <a:t>加盟費用半額</a:t>
            </a:r>
          </a:p>
          <a:p>
            <a:pPr algn="ctr"/>
            <a:r>
              <a:rPr kumimoji="1" lang="en-US" altLang="ja-JP" sz="1000" dirty="0">
                <a:solidFill>
                  <a:schemeClr val="tx1"/>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sym typeface="+mn-ea"/>
              </a:rPr>
              <a:t>100</a:t>
            </a:r>
            <a:r>
              <a:rPr kumimoji="1" lang="ja-JP" altLang="en-US" sz="1000" dirty="0">
                <a:solidFill>
                  <a:schemeClr val="tx1"/>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sym typeface="+mn-ea"/>
              </a:rPr>
              <a:t>万円（税抜）</a:t>
            </a:r>
          </a:p>
        </p:txBody>
      </p:sp>
      <p:sp>
        <p:nvSpPr>
          <p:cNvPr id="25" name="AutoShape 1054"/>
          <p:cNvSpPr>
            <a:spLocks noChangeAspect="1" noChangeArrowheads="1"/>
          </p:cNvSpPr>
          <p:nvPr/>
        </p:nvSpPr>
        <p:spPr bwMode="auto">
          <a:xfrm>
            <a:off x="2815590" y="4680000"/>
            <a:ext cx="522605" cy="615315"/>
          </a:xfrm>
          <a:prstGeom prst="homePlate">
            <a:avLst>
              <a:gd name="adj" fmla="val 21519"/>
            </a:avLst>
          </a:prstGeom>
          <a:solidFill>
            <a:srgbClr val="D8EDF3"/>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ja-JP" altLang="ja-JP" sz="1000" b="1" dirty="0">
                <a:latin typeface="メイリオ" panose="020B0604030504040204" pitchFamily="50" charset="-128"/>
                <a:ea typeface="メイリオ" panose="020B0604030504040204" pitchFamily="50" charset="-128"/>
              </a:rPr>
              <a:t>仮加盟</a:t>
            </a:r>
          </a:p>
        </p:txBody>
      </p:sp>
      <p:sp>
        <p:nvSpPr>
          <p:cNvPr id="27" name="AutoShape 1035"/>
          <p:cNvSpPr>
            <a:spLocks noChangeAspect="1" noChangeArrowheads="1"/>
          </p:cNvSpPr>
          <p:nvPr/>
        </p:nvSpPr>
        <p:spPr bwMode="auto">
          <a:xfrm>
            <a:off x="6923405" y="3750560"/>
            <a:ext cx="478790" cy="615315"/>
          </a:xfrm>
          <a:prstGeom prst="homePlate">
            <a:avLst>
              <a:gd name="adj" fmla="val 24810"/>
            </a:avLst>
          </a:prstGeom>
          <a:solidFill>
            <a:srgbClr val="DEE4EF"/>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en-US" altLang="ja-JP" sz="1000" b="1" dirty="0">
                <a:latin typeface="メイリオ" panose="020B0604030504040204" pitchFamily="50" charset="-128"/>
                <a:ea typeface="メイリオ" panose="020B0604030504040204" pitchFamily="50" charset="-128"/>
                <a:cs typeface="メイリオ" panose="020B0604030504040204" pitchFamily="50" charset="-128"/>
              </a:rPr>
              <a:t>USEN</a:t>
            </a:r>
          </a:p>
          <a:p>
            <a:pPr algn="ctr">
              <a:spcBef>
                <a:spcPct val="50000"/>
              </a:spcBef>
              <a:buFontTx/>
              <a:buNone/>
            </a:pPr>
            <a:r>
              <a:rPr lang="en-US" altLang="ja-JP" sz="1000" b="1" dirty="0">
                <a:latin typeface="メイリオ" panose="020B0604030504040204" pitchFamily="50" charset="-128"/>
                <a:ea typeface="メイリオ" panose="020B0604030504040204" pitchFamily="50" charset="-128"/>
                <a:cs typeface="メイリオ" panose="020B0604030504040204" pitchFamily="50" charset="-128"/>
              </a:rPr>
              <a:t>ALSOK</a:t>
            </a:r>
          </a:p>
          <a:p>
            <a:pPr algn="ctr">
              <a:spcBef>
                <a:spcPct val="50000"/>
              </a:spcBef>
              <a:buFontTx/>
              <a:buNone/>
            </a:pPr>
            <a:r>
              <a:rPr lang="ja-JP" altLang="en-US" sz="1000" b="1" dirty="0">
                <a:latin typeface="メイリオ" panose="020B0604030504040204" pitchFamily="50" charset="-128"/>
                <a:ea typeface="メイリオ" panose="020B0604030504040204" pitchFamily="50" charset="-128"/>
                <a:cs typeface="メイリオ" panose="020B0604030504040204" pitchFamily="50" charset="-128"/>
              </a:rPr>
              <a:t>自販機</a:t>
            </a:r>
          </a:p>
        </p:txBody>
      </p:sp>
      <p:sp>
        <p:nvSpPr>
          <p:cNvPr id="28" name="AutoShape 1035"/>
          <p:cNvSpPr>
            <a:spLocks noChangeAspect="1" noChangeArrowheads="1"/>
          </p:cNvSpPr>
          <p:nvPr/>
        </p:nvSpPr>
        <p:spPr bwMode="auto">
          <a:xfrm>
            <a:off x="7505065" y="3750310"/>
            <a:ext cx="207010" cy="615315"/>
          </a:xfrm>
          <a:prstGeom prst="homePlate">
            <a:avLst>
              <a:gd name="adj" fmla="val 24810"/>
            </a:avLst>
          </a:prstGeom>
          <a:solidFill>
            <a:srgbClr val="DEE4EF"/>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ja-JP" altLang="en-US" sz="1000" b="1" dirty="0">
                <a:latin typeface="メイリオ" panose="020B0604030504040204" pitchFamily="50" charset="-128"/>
                <a:ea typeface="メイリオ" panose="020B0604030504040204" pitchFamily="50" charset="-128"/>
              </a:rPr>
              <a:t>第２</a:t>
            </a:r>
          </a:p>
          <a:p>
            <a:pPr algn="ctr">
              <a:spcBef>
                <a:spcPct val="50000"/>
              </a:spcBef>
              <a:buFontTx/>
              <a:buNone/>
            </a:pPr>
            <a:r>
              <a:rPr lang="ja-JP" altLang="en-US" sz="1000" b="1" dirty="0">
                <a:latin typeface="メイリオ" panose="020B0604030504040204" pitchFamily="50" charset="-128"/>
                <a:ea typeface="メイリオ" panose="020B0604030504040204" pitchFamily="50" charset="-128"/>
              </a:rPr>
              <a:t>工事</a:t>
            </a:r>
            <a:endParaRPr lang="ja-JP" altLang="ja-JP" sz="1000" b="1" dirty="0">
              <a:latin typeface="メイリオ" panose="020B0604030504040204" pitchFamily="50" charset="-128"/>
              <a:ea typeface="メイリオ" panose="020B0604030504040204" pitchFamily="50" charset="-128"/>
            </a:endParaRPr>
          </a:p>
        </p:txBody>
      </p:sp>
      <p:sp>
        <p:nvSpPr>
          <p:cNvPr id="29" name="AutoShape 1055"/>
          <p:cNvSpPr>
            <a:spLocks noChangeAspect="1" noChangeArrowheads="1"/>
          </p:cNvSpPr>
          <p:nvPr/>
        </p:nvSpPr>
        <p:spPr bwMode="auto">
          <a:xfrm>
            <a:off x="8533765" y="2837180"/>
            <a:ext cx="1602105" cy="615950"/>
          </a:xfrm>
          <a:prstGeom prst="homePlate">
            <a:avLst>
              <a:gd name="adj" fmla="val 32171"/>
            </a:avLst>
          </a:prstGeom>
          <a:solidFill>
            <a:srgbClr val="E2EBCE"/>
          </a:solidFill>
          <a:ln w="12700" cap="sq">
            <a:solidFill>
              <a:schemeClr val="tx1"/>
            </a:solidFill>
            <a:miter lim="800000"/>
          </a:ln>
          <a:effectLst/>
        </p:spPr>
        <p:txBody>
          <a:bodyPr wrap="none" anchor="ctr"/>
          <a:lstStyle/>
          <a:p>
            <a:pPr algn="ctr">
              <a:spcBef>
                <a:spcPct val="50000"/>
              </a:spcBef>
              <a:buFontTx/>
              <a:buNone/>
            </a:pPr>
            <a:r>
              <a:rPr lang="ja-JP" altLang="ja-JP" sz="1000" b="1" dirty="0">
                <a:solidFill>
                  <a:schemeClr val="tx1"/>
                </a:solidFill>
                <a:latin typeface="メイリオ" panose="020B0604030504040204" pitchFamily="50" charset="-128"/>
                <a:ea typeface="メイリオ" panose="020B0604030504040204" pitchFamily="50" charset="-128"/>
              </a:rPr>
              <a:t>オープン後　広告</a:t>
            </a:r>
          </a:p>
        </p:txBody>
      </p:sp>
      <p:sp>
        <p:nvSpPr>
          <p:cNvPr id="5" name="角丸四角形吹き出し 4"/>
          <p:cNvSpPr/>
          <p:nvPr/>
        </p:nvSpPr>
        <p:spPr>
          <a:xfrm>
            <a:off x="3470910" y="5855970"/>
            <a:ext cx="1564640" cy="836930"/>
          </a:xfrm>
          <a:prstGeom prst="wedgeRoundRectCallout">
            <a:avLst>
              <a:gd name="adj1" fmla="val -11444"/>
              <a:gd name="adj2" fmla="val -117602"/>
              <a:gd name="adj3" fmla="val 16667"/>
            </a:avLst>
          </a:prstGeom>
          <a:solidFill>
            <a:srgbClr val="F0D3D3"/>
          </a:solidFill>
          <a:ln>
            <a:noFill/>
          </a:ln>
        </p:spPr>
        <p:style>
          <a:lnRef idx="2">
            <a:schemeClr val="dk1"/>
          </a:lnRef>
          <a:fillRef idx="1">
            <a:schemeClr val="lt1"/>
          </a:fillRef>
          <a:effectRef idx="0">
            <a:schemeClr val="dk1"/>
          </a:effectRef>
          <a:fontRef idx="minor">
            <a:schemeClr val="dk1"/>
          </a:fontRef>
        </p:style>
        <p:txBody>
          <a:bodyPr rot="0" vertOverflow="overflow" horzOverflow="overflow" vert="horz" wrap="square" lIns="144000" tIns="0" rIns="144000" bIns="25200" numCol="1" spcCol="0" rtlCol="0" fromWordArt="0" anchor="ctr" anchorCtr="0" forceAA="0" compatLnSpc="1">
            <a:noAutofit/>
            <a:scene3d>
              <a:camera prst="orthographicFront"/>
              <a:lightRig rig="threePt" dir="t"/>
            </a:scene3d>
          </a:bodyPr>
          <a:lstStyle/>
          <a:p>
            <a:pPr algn="ctr"/>
            <a:r>
              <a:rPr kumimoji="1" lang="ja-JP" altLang="en-US" sz="1000" dirty="0">
                <a:solidFill>
                  <a:srgbClr val="FF0000"/>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rPr>
              <a:t>第</a:t>
            </a:r>
            <a:r>
              <a:rPr kumimoji="1" lang="en-US" altLang="ja-JP" sz="1000" dirty="0">
                <a:solidFill>
                  <a:srgbClr val="FF0000"/>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rPr>
              <a:t>2</a:t>
            </a:r>
            <a:r>
              <a:rPr kumimoji="1" lang="ja-JP" altLang="en-US" sz="1000" dirty="0">
                <a:solidFill>
                  <a:srgbClr val="FF0000"/>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rPr>
              <a:t>回入金</a:t>
            </a:r>
          </a:p>
          <a:p>
            <a:pPr algn="ctr"/>
            <a:r>
              <a:rPr kumimoji="1" lang="ja-JP" altLang="en-US" sz="1000" dirty="0">
                <a:solidFill>
                  <a:srgbClr val="FF0000"/>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rPr>
              <a:t>加盟契約時</a:t>
            </a:r>
          </a:p>
          <a:p>
            <a:pPr algn="ctr"/>
            <a:endParaRPr kumimoji="1" lang="ja-JP" altLang="en-US" sz="1000" dirty="0">
              <a:solidFill>
                <a:schemeClr val="tx1"/>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zh-CN" sz="1000" dirty="0">
                <a:solidFill>
                  <a:schemeClr val="tx1"/>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sym typeface="+mn-ea"/>
              </a:rPr>
              <a:t>加盟費用半額</a:t>
            </a:r>
          </a:p>
          <a:p>
            <a:pPr algn="ctr"/>
            <a:r>
              <a:rPr kumimoji="1" lang="en-US" altLang="ja-JP" sz="1000" dirty="0">
                <a:solidFill>
                  <a:schemeClr val="tx1"/>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sym typeface="+mn-ea"/>
              </a:rPr>
              <a:t>100</a:t>
            </a:r>
            <a:r>
              <a:rPr kumimoji="1" lang="ja-JP" altLang="en-US" sz="1000" dirty="0">
                <a:solidFill>
                  <a:schemeClr val="tx1"/>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sym typeface="+mn-ea"/>
              </a:rPr>
              <a:t>万円（税抜）</a:t>
            </a:r>
          </a:p>
        </p:txBody>
      </p:sp>
      <p:sp>
        <p:nvSpPr>
          <p:cNvPr id="8" name="角丸四角形吹き出し 7"/>
          <p:cNvSpPr/>
          <p:nvPr/>
        </p:nvSpPr>
        <p:spPr>
          <a:xfrm>
            <a:off x="5837555" y="5855970"/>
            <a:ext cx="1564640" cy="836930"/>
          </a:xfrm>
          <a:prstGeom prst="wedgeRoundRectCallout">
            <a:avLst>
              <a:gd name="adj1" fmla="val -121185"/>
              <a:gd name="adj2" fmla="val -116843"/>
              <a:gd name="adj3" fmla="val 16667"/>
            </a:avLst>
          </a:prstGeom>
          <a:solidFill>
            <a:srgbClr val="F0D3D3"/>
          </a:solidFill>
          <a:ln>
            <a:noFill/>
          </a:ln>
        </p:spPr>
        <p:style>
          <a:lnRef idx="2">
            <a:schemeClr val="dk1"/>
          </a:lnRef>
          <a:fillRef idx="1">
            <a:schemeClr val="lt1"/>
          </a:fillRef>
          <a:effectRef idx="0">
            <a:schemeClr val="dk1"/>
          </a:effectRef>
          <a:fontRef idx="minor">
            <a:schemeClr val="dk1"/>
          </a:fontRef>
        </p:style>
        <p:txBody>
          <a:bodyPr rot="0" vertOverflow="overflow" horzOverflow="overflow" vert="horz" wrap="square" lIns="144000" tIns="0" rIns="144000" bIns="25200" numCol="1" spcCol="0" rtlCol="0" fromWordArt="0" anchor="ctr" anchorCtr="0" forceAA="0" compatLnSpc="1">
            <a:noAutofit/>
            <a:scene3d>
              <a:camera prst="orthographicFront"/>
              <a:lightRig rig="threePt" dir="t"/>
            </a:scene3d>
          </a:bodyPr>
          <a:lstStyle/>
          <a:p>
            <a:pPr algn="ctr"/>
            <a:r>
              <a:rPr kumimoji="1" lang="ja-JP" altLang="en-US" sz="1000" dirty="0">
                <a:solidFill>
                  <a:srgbClr val="FF0000"/>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rPr>
              <a:t>第</a:t>
            </a:r>
            <a:r>
              <a:rPr kumimoji="1" lang="en-US" altLang="ja-JP" sz="1000" dirty="0">
                <a:solidFill>
                  <a:srgbClr val="FF0000"/>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rPr>
              <a:t>3</a:t>
            </a:r>
            <a:r>
              <a:rPr kumimoji="1" lang="ja-JP" altLang="en-US" sz="1000" dirty="0">
                <a:solidFill>
                  <a:srgbClr val="FF0000"/>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rPr>
              <a:t>回入金</a:t>
            </a:r>
          </a:p>
          <a:p>
            <a:pPr algn="ctr"/>
            <a:r>
              <a:rPr kumimoji="1" lang="ja-JP" altLang="en-US" sz="1000" dirty="0">
                <a:solidFill>
                  <a:srgbClr val="FF0000"/>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rPr>
              <a:t>工事着工前</a:t>
            </a:r>
            <a:endParaRPr kumimoji="1" lang="ja-JP" altLang="en-US" sz="1000" dirty="0">
              <a:solidFill>
                <a:schemeClr val="tx1"/>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endParaRPr>
          </a:p>
          <a:p>
            <a:pPr algn="ctr"/>
            <a:endParaRPr kumimoji="1" lang="ja-JP" altLang="en-US" sz="1000" dirty="0">
              <a:solidFill>
                <a:schemeClr val="tx1"/>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000" dirty="0">
                <a:solidFill>
                  <a:schemeClr val="tx1"/>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sym typeface="+mn-ea"/>
              </a:rPr>
              <a:t>合計金額の</a:t>
            </a:r>
            <a:r>
              <a:rPr kumimoji="1" lang="en-US" altLang="ja-JP" sz="1000" dirty="0">
                <a:solidFill>
                  <a:schemeClr val="tx1"/>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sym typeface="+mn-ea"/>
              </a:rPr>
              <a:t>40</a:t>
            </a:r>
            <a:r>
              <a:rPr kumimoji="1" lang="ja-JP" altLang="en-US" sz="1000" dirty="0">
                <a:solidFill>
                  <a:schemeClr val="tx1"/>
                </a:solidFill>
                <a:effectLst>
                  <a:outerShdw blurRad="38100" dist="19050" dir="2700000" algn="tl" rotWithShape="0">
                    <a:schemeClr val="dk1">
                      <a:alpha val="40000"/>
                    </a:schemeClr>
                  </a:outerShdw>
                </a:effectLst>
                <a:latin typeface="メイリオ" panose="020B0604030504040204" pitchFamily="50" charset="-128"/>
                <a:ea typeface="メイリオ" panose="020B0604030504040204" pitchFamily="50" charset="-128"/>
                <a:cs typeface="メイリオ" panose="020B0604030504040204" pitchFamily="50" charset="-128"/>
                <a:sym typeface="+mn-ea"/>
              </a:rPr>
              <a:t>％</a:t>
            </a:r>
          </a:p>
        </p:txBody>
      </p:sp>
      <p:sp>
        <p:nvSpPr>
          <p:cNvPr id="9" name="AutoShape 1054"/>
          <p:cNvSpPr>
            <a:spLocks noChangeAspect="1" noChangeArrowheads="1"/>
          </p:cNvSpPr>
          <p:nvPr/>
        </p:nvSpPr>
        <p:spPr bwMode="auto">
          <a:xfrm>
            <a:off x="3338195" y="4680000"/>
            <a:ext cx="367665" cy="615315"/>
          </a:xfrm>
          <a:prstGeom prst="homePlate">
            <a:avLst>
              <a:gd name="adj" fmla="val 26123"/>
            </a:avLst>
          </a:prstGeom>
          <a:solidFill>
            <a:srgbClr val="D8EDF3"/>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ja-JP" altLang="ja-JP" sz="1000" b="1" dirty="0">
                <a:latin typeface="メイリオ" panose="020B0604030504040204" pitchFamily="50" charset="-128"/>
                <a:ea typeface="メイリオ" panose="020B0604030504040204" pitchFamily="50" charset="-128"/>
              </a:rPr>
              <a:t>現地</a:t>
            </a:r>
          </a:p>
          <a:p>
            <a:pPr algn="ctr">
              <a:spcBef>
                <a:spcPct val="50000"/>
              </a:spcBef>
              <a:buFontTx/>
              <a:buNone/>
            </a:pPr>
            <a:r>
              <a:rPr lang="ja-JP" altLang="ja-JP" sz="1000" b="1" dirty="0">
                <a:latin typeface="メイリオ" panose="020B0604030504040204" pitchFamily="50" charset="-128"/>
                <a:ea typeface="メイリオ" panose="020B0604030504040204" pitchFamily="50" charset="-128"/>
              </a:rPr>
              <a:t>調査</a:t>
            </a:r>
          </a:p>
        </p:txBody>
      </p:sp>
      <p:sp>
        <p:nvSpPr>
          <p:cNvPr id="12" name="AutoShape 1054"/>
          <p:cNvSpPr>
            <a:spLocks noChangeAspect="1" noChangeArrowheads="1"/>
          </p:cNvSpPr>
          <p:nvPr/>
        </p:nvSpPr>
        <p:spPr bwMode="auto">
          <a:xfrm>
            <a:off x="3705860" y="4680000"/>
            <a:ext cx="367665" cy="615315"/>
          </a:xfrm>
          <a:prstGeom prst="homePlate">
            <a:avLst>
              <a:gd name="adj" fmla="val 26123"/>
            </a:avLst>
          </a:prstGeom>
          <a:solidFill>
            <a:srgbClr val="D8EDF3"/>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ja-JP" altLang="ja-JP" sz="1000" b="1" dirty="0">
                <a:latin typeface="メイリオ" panose="020B0604030504040204" pitchFamily="50" charset="-128"/>
                <a:ea typeface="メイリオ" panose="020B0604030504040204" pitchFamily="50" charset="-128"/>
              </a:rPr>
              <a:t>見積</a:t>
            </a:r>
          </a:p>
          <a:p>
            <a:pPr algn="ctr">
              <a:spcBef>
                <a:spcPct val="50000"/>
              </a:spcBef>
              <a:buFontTx/>
              <a:buNone/>
            </a:pPr>
            <a:r>
              <a:rPr lang="ja-JP" altLang="ja-JP" sz="1000" b="1" dirty="0">
                <a:latin typeface="メイリオ" panose="020B0604030504040204" pitchFamily="50" charset="-128"/>
                <a:ea typeface="メイリオ" panose="020B0604030504040204" pitchFamily="50" charset="-128"/>
              </a:rPr>
              <a:t>提出</a:t>
            </a:r>
          </a:p>
        </p:txBody>
      </p:sp>
      <p:sp>
        <p:nvSpPr>
          <p:cNvPr id="14" name="AutoShape 1066"/>
          <p:cNvSpPr>
            <a:spLocks noChangeAspect="1" noChangeArrowheads="1"/>
          </p:cNvSpPr>
          <p:nvPr/>
        </p:nvSpPr>
        <p:spPr bwMode="auto">
          <a:xfrm>
            <a:off x="7958455" y="4678725"/>
            <a:ext cx="532765" cy="615950"/>
          </a:xfrm>
          <a:prstGeom prst="homePlate">
            <a:avLst>
              <a:gd name="adj" fmla="val 32171"/>
            </a:avLst>
          </a:prstGeom>
          <a:solidFill>
            <a:srgbClr val="D8EDF3"/>
          </a:solidFill>
          <a:ln w="12700" cap="sq">
            <a:solidFill>
              <a:schemeClr val="tx1"/>
            </a:solidFill>
            <a:miter lim="800000"/>
          </a:ln>
          <a:effectLst/>
        </p:spPr>
        <p:txBody>
          <a:bodyPr wrap="none" anchor="ctr"/>
          <a:lstStyle/>
          <a:p>
            <a:pPr algn="ctr">
              <a:spcBef>
                <a:spcPct val="50000"/>
              </a:spcBef>
              <a:buFontTx/>
              <a:buNone/>
            </a:pPr>
            <a:r>
              <a:rPr lang="ja-JP" altLang="ja-JP" sz="1000" b="1" dirty="0">
                <a:latin typeface="メイリオ" panose="020B0604030504040204" pitchFamily="50" charset="-128"/>
                <a:ea typeface="メイリオ" panose="020B0604030504040204" pitchFamily="50" charset="-128"/>
              </a:rPr>
              <a:t>体験</a:t>
            </a:r>
          </a:p>
          <a:p>
            <a:pPr algn="ctr">
              <a:spcBef>
                <a:spcPct val="50000"/>
              </a:spcBef>
              <a:buFontTx/>
              <a:buNone/>
            </a:pPr>
            <a:r>
              <a:rPr lang="ja-JP" altLang="ja-JP" sz="1000" b="1" dirty="0">
                <a:latin typeface="メイリオ" panose="020B0604030504040204" pitchFamily="50" charset="-128"/>
                <a:ea typeface="メイリオ" panose="020B0604030504040204" pitchFamily="50" charset="-128"/>
              </a:rPr>
              <a:t>見学会</a:t>
            </a:r>
          </a:p>
        </p:txBody>
      </p:sp>
      <p:sp>
        <p:nvSpPr>
          <p:cNvPr id="17" name="AutoShape 1066"/>
          <p:cNvSpPr>
            <a:spLocks noChangeAspect="1" noChangeArrowheads="1"/>
          </p:cNvSpPr>
          <p:nvPr/>
        </p:nvSpPr>
        <p:spPr bwMode="auto">
          <a:xfrm>
            <a:off x="7712075" y="4690745"/>
            <a:ext cx="245745" cy="615950"/>
          </a:xfrm>
          <a:prstGeom prst="homePlate">
            <a:avLst>
              <a:gd name="adj" fmla="val 32171"/>
            </a:avLst>
          </a:prstGeom>
          <a:solidFill>
            <a:srgbClr val="D8EDF3"/>
          </a:solidFill>
          <a:ln w="12700" cap="sq">
            <a:solidFill>
              <a:schemeClr val="tx1"/>
            </a:solidFill>
            <a:miter lim="800000"/>
          </a:ln>
          <a:effectLst/>
        </p:spPr>
        <p:txBody>
          <a:bodyPr wrap="none" anchor="ctr"/>
          <a:lstStyle/>
          <a:p>
            <a:pPr algn="ctr">
              <a:spcBef>
                <a:spcPct val="50000"/>
              </a:spcBef>
              <a:buFontTx/>
              <a:buNone/>
            </a:pPr>
            <a:r>
              <a:rPr lang="ja-JP" altLang="ja-JP" sz="1000" b="1" dirty="0">
                <a:latin typeface="メイリオ" panose="020B0604030504040204" pitchFamily="50" charset="-128"/>
                <a:ea typeface="メイリオ" panose="020B0604030504040204" pitchFamily="50" charset="-128"/>
              </a:rPr>
              <a:t>開店</a:t>
            </a:r>
          </a:p>
          <a:p>
            <a:pPr algn="ctr">
              <a:spcBef>
                <a:spcPct val="50000"/>
              </a:spcBef>
              <a:buFontTx/>
              <a:buNone/>
            </a:pPr>
            <a:r>
              <a:rPr lang="ja-JP" altLang="ja-JP" sz="1000" b="1" dirty="0">
                <a:latin typeface="メイリオ" panose="020B0604030504040204" pitchFamily="50" charset="-128"/>
                <a:ea typeface="メイリオ" panose="020B0604030504040204" pitchFamily="50" charset="-128"/>
              </a:rPr>
              <a:t>準備</a:t>
            </a:r>
          </a:p>
        </p:txBody>
      </p:sp>
      <p:sp>
        <p:nvSpPr>
          <p:cNvPr id="30" name="AutoShape 1065"/>
          <p:cNvSpPr>
            <a:spLocks noChangeAspect="1" noChangeArrowheads="1"/>
          </p:cNvSpPr>
          <p:nvPr/>
        </p:nvSpPr>
        <p:spPr bwMode="auto">
          <a:xfrm>
            <a:off x="4438650" y="4678680"/>
            <a:ext cx="288925" cy="615315"/>
          </a:xfrm>
          <a:prstGeom prst="homePlate">
            <a:avLst>
              <a:gd name="adj" fmla="val 29912"/>
            </a:avLst>
          </a:prstGeom>
          <a:solidFill>
            <a:srgbClr val="D8EDF3"/>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buFontTx/>
              <a:buNone/>
            </a:pPr>
            <a:r>
              <a:rPr lang="ja-JP" altLang="en-US" sz="1000" b="1" dirty="0">
                <a:latin typeface="メイリオ" panose="020B0604030504040204" pitchFamily="50" charset="-128"/>
                <a:ea typeface="メイリオ" panose="020B0604030504040204" pitchFamily="50" charset="-128"/>
              </a:rPr>
              <a:t>マシン</a:t>
            </a:r>
          </a:p>
          <a:p>
            <a:pPr algn="ctr">
              <a:spcBef>
                <a:spcPct val="50000"/>
              </a:spcBef>
              <a:buFontTx/>
              <a:buNone/>
            </a:pPr>
            <a:r>
              <a:rPr lang="ja-JP" altLang="en-US" sz="1000" b="1" dirty="0">
                <a:latin typeface="メイリオ" panose="020B0604030504040204" pitchFamily="50" charset="-128"/>
                <a:ea typeface="メイリオ" panose="020B0604030504040204" pitchFamily="50" charset="-128"/>
              </a:rPr>
              <a:t>発注</a:t>
            </a:r>
          </a:p>
        </p:txBody>
      </p:sp>
      <p:sp>
        <p:nvSpPr>
          <p:cNvPr id="11" name="AutoShape 1066"/>
          <p:cNvSpPr>
            <a:spLocks noChangeAspect="1" noChangeArrowheads="1"/>
          </p:cNvSpPr>
          <p:nvPr/>
        </p:nvSpPr>
        <p:spPr bwMode="auto">
          <a:xfrm>
            <a:off x="7712710" y="1925955"/>
            <a:ext cx="245745" cy="615950"/>
          </a:xfrm>
          <a:prstGeom prst="homePlate">
            <a:avLst>
              <a:gd name="adj" fmla="val 32171"/>
            </a:avLst>
          </a:prstGeom>
          <a:solidFill>
            <a:srgbClr val="FFFFC8"/>
          </a:solidFill>
          <a:ln w="12700" cap="sq">
            <a:solidFill>
              <a:schemeClr val="tx1"/>
            </a:solidFill>
            <a:miter lim="800000"/>
          </a:ln>
          <a:effectLst/>
        </p:spPr>
        <p:txBody>
          <a:bodyPr wrap="none" anchor="ctr"/>
          <a:lstStyle/>
          <a:p>
            <a:pPr algn="ctr">
              <a:spcBef>
                <a:spcPct val="50000"/>
              </a:spcBef>
              <a:buFontTx/>
              <a:buNone/>
            </a:pPr>
            <a:r>
              <a:rPr lang="ja-JP" altLang="ja-JP" sz="1000" b="1" dirty="0">
                <a:latin typeface="メイリオ" panose="020B0604030504040204" pitchFamily="50" charset="-128"/>
                <a:ea typeface="メイリオ" panose="020B0604030504040204" pitchFamily="50" charset="-128"/>
              </a:rPr>
              <a:t>開店</a:t>
            </a:r>
          </a:p>
          <a:p>
            <a:pPr algn="ctr">
              <a:spcBef>
                <a:spcPct val="50000"/>
              </a:spcBef>
              <a:buFontTx/>
              <a:buNone/>
            </a:pPr>
            <a:r>
              <a:rPr lang="ja-JP" altLang="ja-JP" sz="1000" b="1" dirty="0">
                <a:latin typeface="メイリオ" panose="020B0604030504040204" pitchFamily="50" charset="-128"/>
                <a:ea typeface="メイリオ" panose="020B0604030504040204" pitchFamily="50" charset="-128"/>
              </a:rPr>
              <a:t>準備</a:t>
            </a:r>
          </a:p>
        </p:txBody>
      </p:sp>
      <p:sp>
        <p:nvSpPr>
          <p:cNvPr id="31" name="AutoShape 1055"/>
          <p:cNvSpPr>
            <a:spLocks noChangeAspect="1" noChangeArrowheads="1"/>
          </p:cNvSpPr>
          <p:nvPr/>
        </p:nvSpPr>
        <p:spPr bwMode="auto">
          <a:xfrm>
            <a:off x="4740910" y="2832735"/>
            <a:ext cx="656590" cy="615950"/>
          </a:xfrm>
          <a:prstGeom prst="homePlate">
            <a:avLst>
              <a:gd name="adj" fmla="val 32171"/>
            </a:avLst>
          </a:prstGeom>
          <a:solidFill>
            <a:srgbClr val="E2EBCE"/>
          </a:solidFill>
          <a:ln w="12700" cap="sq">
            <a:solidFill>
              <a:schemeClr val="tx1"/>
            </a:solidFill>
            <a:miter lim="800000"/>
          </a:ln>
          <a:effectLst/>
        </p:spPr>
        <p:txBody>
          <a:bodyPr wrap="none" anchor="ctr"/>
          <a:lstStyle/>
          <a:p>
            <a:pPr algn="ctr">
              <a:spcBef>
                <a:spcPct val="50000"/>
              </a:spcBef>
              <a:buFontTx/>
              <a:buNone/>
            </a:pPr>
            <a:r>
              <a:rPr lang="ja-JP" altLang="en-US" sz="1000" b="1" dirty="0">
                <a:solidFill>
                  <a:schemeClr val="tx1"/>
                </a:solidFill>
                <a:latin typeface="メイリオ" panose="020B0604030504040204" pitchFamily="50" charset="-128"/>
                <a:ea typeface="メイリオ" panose="020B0604030504040204" pitchFamily="50" charset="-128"/>
              </a:rPr>
              <a:t>看板設置</a:t>
            </a:r>
          </a:p>
        </p:txBody>
      </p:sp>
      <p:sp>
        <p:nvSpPr>
          <p:cNvPr id="15" name="AutoShape 1055"/>
          <p:cNvSpPr>
            <a:spLocks noChangeAspect="1" noChangeArrowheads="1"/>
          </p:cNvSpPr>
          <p:nvPr/>
        </p:nvSpPr>
        <p:spPr bwMode="auto">
          <a:xfrm>
            <a:off x="4743450" y="3750945"/>
            <a:ext cx="656590" cy="615950"/>
          </a:xfrm>
          <a:prstGeom prst="homePlate">
            <a:avLst>
              <a:gd name="adj" fmla="val 32171"/>
            </a:avLst>
          </a:prstGeom>
          <a:solidFill>
            <a:srgbClr val="DEE4EF"/>
          </a:solidFill>
          <a:ln w="12700" cap="sq">
            <a:solidFill>
              <a:schemeClr val="tx1"/>
            </a:solidFill>
            <a:miter lim="800000"/>
          </a:ln>
          <a:effectLst/>
        </p:spPr>
        <p:txBody>
          <a:bodyPr wrap="none" anchor="ctr"/>
          <a:lstStyle/>
          <a:p>
            <a:pPr algn="ctr">
              <a:spcBef>
                <a:spcPct val="50000"/>
              </a:spcBef>
              <a:buFontTx/>
              <a:buNone/>
            </a:pPr>
            <a:r>
              <a:rPr lang="ja-JP" altLang="en-US" sz="1000" b="1" dirty="0">
                <a:solidFill>
                  <a:schemeClr val="tx1"/>
                </a:solidFill>
                <a:latin typeface="メイリオ" panose="020B0604030504040204" pitchFamily="50" charset="-128"/>
                <a:ea typeface="メイリオ" panose="020B0604030504040204" pitchFamily="50" charset="-128"/>
              </a:rPr>
              <a:t>看板設置</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p:cNvSpPr>
            <a:spLocks noGrp="1"/>
          </p:cNvSpPr>
          <p:nvPr>
            <p:ph type="sldNum" sz="quarter" idx="11"/>
          </p:nvPr>
        </p:nvSpPr>
        <p:spPr/>
        <p:txBody>
          <a:bodyPr/>
          <a:lstStyle/>
          <a:p>
            <a:r>
              <a:rPr lang="en-US" altLang="ja-JP"/>
              <a:t> </a:t>
            </a:r>
            <a:fld id="{E47F362B-8703-457A-B277-89C556142927}" type="slidenum">
              <a:rPr lang="en-US" altLang="ja-JP"/>
              <a:t>12</a:t>
            </a:fld>
            <a:endParaRPr lang="en-US" altLang="ja-JP"/>
          </a:p>
        </p:txBody>
      </p:sp>
      <p:pic>
        <p:nvPicPr>
          <p:cNvPr id="6" name="図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00550" y="4477385"/>
            <a:ext cx="3391535" cy="303530"/>
          </a:xfrm>
          <a:prstGeom prst="rect">
            <a:avLst/>
          </a:prstGeom>
        </p:spPr>
      </p:pic>
      <p:sp>
        <p:nvSpPr>
          <p:cNvPr id="8" name="テキスト ボックス 7"/>
          <p:cNvSpPr txBox="1"/>
          <p:nvPr/>
        </p:nvSpPr>
        <p:spPr>
          <a:xfrm>
            <a:off x="189865" y="2452370"/>
            <a:ext cx="11811635" cy="1198880"/>
          </a:xfrm>
          <a:prstGeom prst="rect">
            <a:avLst/>
          </a:prstGeom>
          <a:noFill/>
        </p:spPr>
        <p:txBody>
          <a:bodyPr wrap="square">
            <a:spAutoFit/>
          </a:bodyPr>
          <a:lstStyle/>
          <a:p>
            <a:pPr algn="ctr"/>
            <a:r>
              <a:rPr lang="ja-JP" altLang="en-US" sz="2400" i="0" dirty="0">
                <a:effectLst/>
                <a:latin typeface="メイリオ" panose="020B0604030504040204" pitchFamily="50" charset="-128"/>
                <a:ea typeface="メイリオ" panose="020B0604030504040204" pitchFamily="50" charset="-128"/>
                <a:cs typeface="メイリオ" panose="020B0604030504040204" pitchFamily="50" charset="-128"/>
              </a:rPr>
              <a:t>最後までご覧いただき、ありがとうございました。</a:t>
            </a:r>
            <a:endParaRPr lang="en-US" altLang="ja-JP" sz="2400" i="0" dirty="0">
              <a:effectLst/>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400" i="0" dirty="0">
                <a:solidFill>
                  <a:srgbClr val="333333"/>
                </a:solidFill>
                <a:effectLst/>
                <a:latin typeface="メイリオ" panose="020B0604030504040204" pitchFamily="50" charset="-128"/>
                <a:ea typeface="メイリオ" panose="020B0604030504040204" pitchFamily="50" charset="-128"/>
                <a:cs typeface="メイリオ" panose="020B0604030504040204" pitchFamily="50" charset="-128"/>
              </a:rPr>
              <a:t> 当該情報の正確性および完全性を保証または約束するものでなく、</a:t>
            </a:r>
            <a:endParaRPr lang="en-US" altLang="ja-JP" sz="2400" i="0" dirty="0">
              <a:solidFill>
                <a:srgbClr val="333333"/>
              </a:solidFill>
              <a:effectLst/>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400" i="0" dirty="0">
                <a:solidFill>
                  <a:srgbClr val="333333"/>
                </a:solidFill>
                <a:effectLst/>
                <a:latin typeface="メイリオ" panose="020B0604030504040204" pitchFamily="50" charset="-128"/>
                <a:ea typeface="メイリオ" panose="020B0604030504040204" pitchFamily="50" charset="-128"/>
                <a:cs typeface="メイリオ" panose="020B0604030504040204" pitchFamily="50" charset="-128"/>
              </a:rPr>
              <a:t>今後、予告なしに内容を変更又は廃止する場合があります。</a:t>
            </a:r>
          </a:p>
        </p:txBody>
      </p:sp>
      <p:sp>
        <p:nvSpPr>
          <p:cNvPr id="10" name="テキスト ボックス 9"/>
          <p:cNvSpPr txBox="1"/>
          <p:nvPr/>
        </p:nvSpPr>
        <p:spPr>
          <a:xfrm>
            <a:off x="3291559" y="4814341"/>
            <a:ext cx="5608880" cy="1876425"/>
          </a:xfrm>
          <a:prstGeom prst="rect">
            <a:avLst/>
          </a:prstGeom>
          <a:noFill/>
        </p:spPr>
        <p:txBody>
          <a:bodyPr wrap="square">
            <a:spAutoFit/>
          </a:bodyPr>
          <a:lstStyle/>
          <a:p>
            <a:pPr algn="ct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第一事業本部　</a:t>
            </a:r>
            <a:r>
              <a:rPr lang="en-US" altLang="ja-JP" sz="1600" dirty="0">
                <a:latin typeface="メイリオ" panose="020B0604030504040204" pitchFamily="50" charset="-128"/>
                <a:ea typeface="メイリオ" panose="020B0604030504040204" pitchFamily="50" charset="-128"/>
                <a:cs typeface="メイリオ" panose="020B0604030504040204" pitchFamily="50" charset="-128"/>
              </a:rPr>
              <a:t>EF24</a:t>
            </a: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事業部　</a:t>
            </a:r>
            <a:r>
              <a:rPr lang="en-US" altLang="ja-JP" sz="1600" dirty="0">
                <a:latin typeface="メイリオ" panose="020B0604030504040204" pitchFamily="50" charset="-128"/>
                <a:ea typeface="メイリオ" panose="020B0604030504040204" pitchFamily="50" charset="-128"/>
                <a:cs typeface="メイリオ" panose="020B0604030504040204" pitchFamily="50" charset="-128"/>
              </a:rPr>
              <a:t>FC</a:t>
            </a: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推進チーム</a:t>
            </a:r>
            <a:endParaRPr lang="en-US" altLang="ja-JP" sz="1600" dirty="0">
              <a:latin typeface="メイリオ" panose="020B0604030504040204" pitchFamily="50" charset="-128"/>
              <a:ea typeface="メイリオ" panose="020B0604030504040204" pitchFamily="50" charset="-128"/>
              <a:cs typeface="メイリオ" panose="020B0604030504040204" pitchFamily="50" charset="-128"/>
            </a:endParaRPr>
          </a:p>
          <a:p>
            <a:pPr algn="ctr"/>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a:p>
            <a:pPr algn="ctr"/>
            <a:r>
              <a:rPr lang="zh-TW" altLang="en-US" sz="1600" b="0" i="0" dirty="0">
                <a:solidFill>
                  <a:srgbClr val="222222"/>
                </a:solidFill>
                <a:effectLst/>
                <a:latin typeface="メイリオ" panose="020B0604030504040204" pitchFamily="50" charset="-128"/>
                <a:ea typeface="メイリオ" panose="020B0604030504040204" pitchFamily="50" charset="-128"/>
                <a:cs typeface="メイリオ" panose="020B0604030504040204" pitchFamily="50" charset="-128"/>
              </a:rPr>
              <a:t>〒</a:t>
            </a:r>
            <a:r>
              <a:rPr lang="en-US" altLang="zh-TW" sz="1600" b="0" i="0" dirty="0">
                <a:solidFill>
                  <a:srgbClr val="222222"/>
                </a:solidFill>
                <a:effectLst/>
                <a:latin typeface="メイリオ" panose="020B0604030504040204" pitchFamily="50" charset="-128"/>
                <a:ea typeface="メイリオ" panose="020B0604030504040204" pitchFamily="50" charset="-128"/>
                <a:cs typeface="メイリオ" panose="020B0604030504040204" pitchFamily="50" charset="-128"/>
              </a:rPr>
              <a:t>461-0004</a:t>
            </a:r>
            <a:br>
              <a:rPr lang="en-US" altLang="zh-TW" sz="1600" b="0" i="0" dirty="0">
                <a:solidFill>
                  <a:srgbClr val="222222"/>
                </a:solidFill>
                <a:effectLst/>
                <a:latin typeface="メイリオ" panose="020B0604030504040204" pitchFamily="50" charset="-128"/>
                <a:ea typeface="メイリオ" panose="020B0604030504040204" pitchFamily="50" charset="-128"/>
                <a:cs typeface="メイリオ" panose="020B0604030504040204" pitchFamily="50" charset="-128"/>
              </a:rPr>
            </a:br>
            <a:r>
              <a:rPr lang="zh-TW" altLang="en-US" sz="1600" b="0" i="0" dirty="0">
                <a:solidFill>
                  <a:srgbClr val="222222"/>
                </a:solidFill>
                <a:effectLst/>
                <a:latin typeface="メイリオ" panose="020B0604030504040204" pitchFamily="50" charset="-128"/>
                <a:ea typeface="メイリオ" panose="020B0604030504040204" pitchFamily="50" charset="-128"/>
                <a:cs typeface="メイリオ" panose="020B0604030504040204" pitchFamily="50" charset="-128"/>
              </a:rPr>
              <a:t>愛知県</a:t>
            </a:r>
            <a:r>
              <a:rPr sz="1600" b="0" i="0" dirty="0">
                <a:solidFill>
                  <a:srgbClr val="222222"/>
                </a:solidFill>
                <a:effectLst/>
                <a:latin typeface="メイリオ" panose="020B0604030504040204" pitchFamily="50" charset="-128"/>
                <a:ea typeface="メイリオ" panose="020B0604030504040204" pitchFamily="50" charset="-128"/>
                <a:cs typeface="メイリオ" panose="020B0604030504040204" pitchFamily="50" charset="-128"/>
              </a:rPr>
              <a:t>名古屋市東区葵二丁目11番24号</a:t>
            </a:r>
          </a:p>
          <a:p>
            <a:pPr algn="ctr"/>
            <a:r>
              <a:rPr sz="1600" b="0" i="0" dirty="0">
                <a:solidFill>
                  <a:srgbClr val="222222"/>
                </a:solidFill>
                <a:effectLst/>
                <a:latin typeface="メイリオ" panose="020B0604030504040204" pitchFamily="50" charset="-128"/>
                <a:ea typeface="メイリオ" panose="020B0604030504040204" pitchFamily="50" charset="-128"/>
                <a:cs typeface="メイリオ" panose="020B0604030504040204" pitchFamily="50" charset="-128"/>
              </a:rPr>
              <a:t>グラフィスビル2階</a:t>
            </a:r>
            <a:br>
              <a:rPr lang="zh-TW" altLang="en-US" sz="1600" b="0" i="0" dirty="0">
                <a:solidFill>
                  <a:srgbClr val="222222"/>
                </a:solidFill>
                <a:effectLst/>
                <a:latin typeface="メイリオ" panose="020B0604030504040204" pitchFamily="50" charset="-128"/>
                <a:ea typeface="メイリオ" panose="020B0604030504040204" pitchFamily="50" charset="-128"/>
                <a:cs typeface="メイリオ" panose="020B0604030504040204" pitchFamily="50" charset="-128"/>
              </a:rPr>
            </a:br>
            <a:endParaRPr lang="en-US" altLang="zh-TW" sz="1600" b="0" i="0" dirty="0">
              <a:solidFill>
                <a:srgbClr val="222222"/>
              </a:solidFill>
              <a:effectLst/>
              <a:latin typeface="メイリオ" panose="020B0604030504040204" pitchFamily="50" charset="-128"/>
              <a:ea typeface="メイリオ" panose="020B0604030504040204" pitchFamily="50" charset="-128"/>
              <a:cs typeface="メイリオ" panose="020B0604030504040204" pitchFamily="50" charset="-128"/>
            </a:endParaRPr>
          </a:p>
          <a:p>
            <a:pPr algn="ctr"/>
            <a:r>
              <a:rPr lang="zh-TW" altLang="en-US" sz="1600" b="0" i="0" dirty="0">
                <a:solidFill>
                  <a:srgbClr val="222222"/>
                </a:solidFill>
                <a:effectLst/>
                <a:latin typeface="メイリオ" panose="020B0604030504040204" pitchFamily="50" charset="-128"/>
                <a:ea typeface="メイリオ" panose="020B0604030504040204" pitchFamily="50" charset="-128"/>
                <a:cs typeface="メイリオ" panose="020B0604030504040204" pitchFamily="50" charset="-128"/>
              </a:rPr>
              <a:t>電話番号</a:t>
            </a:r>
            <a:r>
              <a:rPr lang="en-US" altLang="zh-TW" sz="1600" b="0" i="0" dirty="0">
                <a:solidFill>
                  <a:srgbClr val="222222"/>
                </a:solidFill>
                <a:effectLst/>
                <a:latin typeface="メイリオ" panose="020B0604030504040204" pitchFamily="50" charset="-128"/>
                <a:ea typeface="メイリオ" panose="020B0604030504040204" pitchFamily="50" charset="-128"/>
                <a:cs typeface="メイリオ" panose="020B0604030504040204" pitchFamily="50" charset="-128"/>
              </a:rPr>
              <a:t>:050-3642-6041</a:t>
            </a:r>
            <a:endParaRPr lang="en-US" altLang="ja-JP" sz="1600" b="0" i="0" dirty="0">
              <a:effectLst/>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2" name="図 4"/>
          <p:cNvPicPr>
            <a:picLocks noChangeAspect="1"/>
          </p:cNvPicPr>
          <p:nvPr/>
        </p:nvPicPr>
        <p:blipFill>
          <a:blip r:embed="rId4"/>
          <a:stretch>
            <a:fillRect/>
          </a:stretch>
        </p:blipFill>
        <p:spPr>
          <a:xfrm>
            <a:off x="5365509" y="1368849"/>
            <a:ext cx="1459832" cy="732102"/>
          </a:xfrm>
          <a:prstGeom prst="rect">
            <a:avLst/>
          </a:prstGeom>
        </p:spPr>
      </p:pic>
    </p:spTree>
  </p:cSld>
  <p:clrMapOvr>
    <a:masterClrMapping/>
  </p:clrMapOvr>
</p:sld>
</file>

<file path=ppt/theme/theme1.xml><?xml version="1.0" encoding="utf-8"?>
<a:theme xmlns:a="http://schemas.openxmlformats.org/drawingml/2006/main" name="3_オリジナルテンプレー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8E8E8"/>
        </a:solidFill>
        <a:ln w="9525">
          <a:noFill/>
        </a:ln>
      </a:spPr>
      <a:bodyPr rot="0" spcFirstLastPara="0" vertOverflow="overflow" horzOverflow="overflow" vert="horz" wrap="square" lIns="144000" tIns="0" rIns="144000" bIns="25200" numCol="1" spcCol="0" rtlCol="0" fromWordArt="0" anchor="ctr" anchorCtr="0" forceAA="0" compatLnSpc="1">
        <a:noAutofit/>
      </a:bodyPr>
      <a:lstStyle>
        <a:defPPr algn="ctr">
          <a:defRPr kumimoji="1" sz="1400" dirty="0" smtClean="0">
            <a:solidFill>
              <a:schemeClr val="tx1"/>
            </a:solidFill>
            <a:latin typeface="HGPｺﾞｼｯｸM" panose="020B0600000000000000" pitchFamily="50" charset="-128"/>
            <a:ea typeface="HGPｺﾞｼｯｸM" panose="020B0600000000000000" pitchFamily="50"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just" rtl="0" fontAlgn="base">
          <a:lnSpc>
            <a:spcPct val="125000"/>
          </a:lnSpc>
          <a:spcBef>
            <a:spcPct val="0"/>
          </a:spcBef>
          <a:spcAft>
            <a:spcPct val="0"/>
          </a:spcAft>
          <a:defRPr kumimoji="1" sz="1400" kern="1200" smtClean="0">
            <a:solidFill>
              <a:srgbClr val="000000"/>
            </a:solidFill>
            <a:latin typeface="ＭＳ Ｐゴシック" panose="020B0600070205080204" pitchFamily="50" charset="-128"/>
            <a:ea typeface="ＭＳ Ｐゴシック" panose="020B0600070205080204"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オリジナルテンプレー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8E8E8"/>
        </a:solidFill>
        <a:ln w="9525">
          <a:noFill/>
        </a:ln>
      </a:spPr>
      <a:bodyPr rot="0" spcFirstLastPara="0" vertOverflow="overflow" horzOverflow="overflow" vert="horz" wrap="square" lIns="144000" tIns="0" rIns="144000" bIns="25200" numCol="1" spcCol="0" rtlCol="0" fromWordArt="0" anchor="ctr" anchorCtr="0" forceAA="0" compatLnSpc="1">
        <a:noAutofit/>
      </a:bodyPr>
      <a:lstStyle>
        <a:defPPr algn="ctr">
          <a:defRPr kumimoji="1" sz="1400" dirty="0" smtClean="0">
            <a:solidFill>
              <a:schemeClr val="tx1"/>
            </a:solidFill>
            <a:latin typeface="HGPｺﾞｼｯｸM" panose="020B0600000000000000" pitchFamily="50" charset="-128"/>
            <a:ea typeface="HGPｺﾞｼｯｸM" panose="020B0600000000000000" pitchFamily="50"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just" rtl="0" fontAlgn="base">
          <a:lnSpc>
            <a:spcPct val="125000"/>
          </a:lnSpc>
          <a:spcBef>
            <a:spcPct val="0"/>
          </a:spcBef>
          <a:spcAft>
            <a:spcPct val="0"/>
          </a:spcAft>
          <a:defRPr kumimoji="1" sz="1400" kern="1200" smtClean="0">
            <a:solidFill>
              <a:srgbClr val="000000"/>
            </a:solidFill>
            <a:latin typeface="ＭＳ Ｐゴシック" panose="020B0600070205080204" pitchFamily="50" charset="-128"/>
            <a:ea typeface="ＭＳ Ｐゴシック" panose="020B0600070205080204"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パワーポイントのデザインテンプレート003</Template>
  <TotalTime>2</TotalTime>
  <Words>1723</Words>
  <Application>Microsoft Office PowerPoint</Application>
  <PresentationFormat>ワイド画面</PresentationFormat>
  <Paragraphs>607</Paragraphs>
  <Slides>12</Slides>
  <Notes>9</Notes>
  <HiddenSlides>0</HiddenSlides>
  <MMClips>0</MMClips>
  <ScaleCrop>false</ScaleCrop>
  <HeadingPairs>
    <vt:vector size="6" baseType="variant">
      <vt:variant>
        <vt:lpstr>使用されているフォント</vt:lpstr>
      </vt:variant>
      <vt:variant>
        <vt:i4>9</vt:i4>
      </vt:variant>
      <vt:variant>
        <vt:lpstr>テーマ</vt:lpstr>
      </vt:variant>
      <vt:variant>
        <vt:i4>2</vt:i4>
      </vt:variant>
      <vt:variant>
        <vt:lpstr>スライド タイトル</vt:lpstr>
      </vt:variant>
      <vt:variant>
        <vt:i4>12</vt:i4>
      </vt:variant>
    </vt:vector>
  </HeadingPairs>
  <TitlesOfParts>
    <vt:vector size="23" baseType="lpstr">
      <vt:lpstr>HGPｺﾞｼｯｸM</vt:lpstr>
      <vt:lpstr>HGP創英角ｺﾞｼｯｸUB</vt:lpstr>
      <vt:lpstr>Meiryo UI</vt:lpstr>
      <vt:lpstr>ＭＳ Ｐゴシック</vt:lpstr>
      <vt:lpstr>メイリオ</vt:lpstr>
      <vt:lpstr>游ゴシック</vt:lpstr>
      <vt:lpstr>Arial</vt:lpstr>
      <vt:lpstr>Calibri</vt:lpstr>
      <vt:lpstr>Wingdings</vt:lpstr>
      <vt:lpstr>3_オリジナルテンプレート</vt:lpstr>
      <vt:lpstr>4_オリジナルテンプレート</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試算レポート</dc:title>
  <dc:creator>yasp06@outlook.jp</dc:creator>
  <cp:lastModifiedBy>Design AEC-PC2</cp:lastModifiedBy>
  <cp:revision>129</cp:revision>
  <dcterms:created xsi:type="dcterms:W3CDTF">2023-07-13T01:47:00Z</dcterms:created>
  <dcterms:modified xsi:type="dcterms:W3CDTF">2026-10-07T00:20:02Z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39FBC5C0066648529B5163B11EF5B57B</vt:lpwstr>
  </property>
  <property fmtid="{D5CDD505-2E9C-101B-9397-08002B2CF9AE}" pid="3" name="KSOProductBuildVer">
    <vt:lpwstr>1041-11.2.0.10715</vt:lpwstr>
  </property>
</Properties>
</file>